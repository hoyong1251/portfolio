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9" r:id="rId2"/>
    <p:sldId id="257" r:id="rId3"/>
    <p:sldId id="263" r:id="rId4"/>
    <p:sldId id="266" r:id="rId5"/>
    <p:sldId id="265" r:id="rId6"/>
    <p:sldId id="264" r:id="rId7"/>
    <p:sldId id="267" r:id="rId8"/>
    <p:sldId id="262" r:id="rId9"/>
    <p:sldId id="268" r:id="rId10"/>
    <p:sldId id="271" r:id="rId11"/>
    <p:sldId id="270" r:id="rId12"/>
    <p:sldId id="272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7598DC2-8369-40F7-9FEB-938BCD0B7699}" v="332" dt="2021-06-13T00:18:04.5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48" autoAdjust="0"/>
    <p:restoredTop sz="94660"/>
  </p:normalViewPr>
  <p:slideViewPr>
    <p:cSldViewPr snapToGrid="0">
      <p:cViewPr varScale="1">
        <p:scale>
          <a:sx n="85" d="100"/>
          <a:sy n="85" d="100"/>
        </p:scale>
        <p:origin x="40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이호용" userId="af21a66d-2e9b-4c50-91f4-112262f0738c" providerId="ADAL" clId="{C7598DC2-8369-40F7-9FEB-938BCD0B7699}"/>
    <pc:docChg chg="undo redo custSel addSld delSld modSld sldOrd">
      <pc:chgData name="이호용" userId="af21a66d-2e9b-4c50-91f4-112262f0738c" providerId="ADAL" clId="{C7598DC2-8369-40F7-9FEB-938BCD0B7699}" dt="2021-06-13T00:18:04.524" v="5437"/>
      <pc:docMkLst>
        <pc:docMk/>
      </pc:docMkLst>
      <pc:sldChg chg="addSp delSp modSp mod">
        <pc:chgData name="이호용" userId="af21a66d-2e9b-4c50-91f4-112262f0738c" providerId="ADAL" clId="{C7598DC2-8369-40F7-9FEB-938BCD0B7699}" dt="2021-06-11T12:17:05.486" v="3856" actId="11529"/>
        <pc:sldMkLst>
          <pc:docMk/>
          <pc:sldMk cId="1821015862" sldId="257"/>
        </pc:sldMkLst>
        <pc:spChg chg="mod">
          <ac:chgData name="이호용" userId="af21a66d-2e9b-4c50-91f4-112262f0738c" providerId="ADAL" clId="{C7598DC2-8369-40F7-9FEB-938BCD0B7699}" dt="2021-06-11T11:23:44.899" v="3190" actId="1076"/>
          <ac:spMkLst>
            <pc:docMk/>
            <pc:sldMk cId="1821015862" sldId="257"/>
            <ac:spMk id="2" creationId="{84B8C336-BF60-4923-80B4-A8856A37C39C}"/>
          </ac:spMkLst>
        </pc:spChg>
        <pc:spChg chg="mod">
          <ac:chgData name="이호용" userId="af21a66d-2e9b-4c50-91f4-112262f0738c" providerId="ADAL" clId="{C7598DC2-8369-40F7-9FEB-938BCD0B7699}" dt="2021-06-11T11:26:28.363" v="3238" actId="1076"/>
          <ac:spMkLst>
            <pc:docMk/>
            <pc:sldMk cId="1821015862" sldId="257"/>
            <ac:spMk id="3" creationId="{7C9880C2-522C-4083-8A50-901E148307AB}"/>
          </ac:spMkLst>
        </pc:spChg>
        <pc:spChg chg="mod">
          <ac:chgData name="이호용" userId="af21a66d-2e9b-4c50-91f4-112262f0738c" providerId="ADAL" clId="{C7598DC2-8369-40F7-9FEB-938BCD0B7699}" dt="2021-06-11T11:20:26.815" v="3143" actId="1076"/>
          <ac:spMkLst>
            <pc:docMk/>
            <pc:sldMk cId="1821015862" sldId="257"/>
            <ac:spMk id="4" creationId="{F9DB22C7-AFFE-451A-9EF6-3636556D2B31}"/>
          </ac:spMkLst>
        </pc:spChg>
        <pc:spChg chg="mod">
          <ac:chgData name="이호용" userId="af21a66d-2e9b-4c50-91f4-112262f0738c" providerId="ADAL" clId="{C7598DC2-8369-40F7-9FEB-938BCD0B7699}" dt="2021-06-11T11:20:29.232" v="3144" actId="1076"/>
          <ac:spMkLst>
            <pc:docMk/>
            <pc:sldMk cId="1821015862" sldId="257"/>
            <ac:spMk id="5" creationId="{067D807C-3059-48A0-B7CB-18C98FE885BB}"/>
          </ac:spMkLst>
        </pc:spChg>
        <pc:spChg chg="mod">
          <ac:chgData name="이호용" userId="af21a66d-2e9b-4c50-91f4-112262f0738c" providerId="ADAL" clId="{C7598DC2-8369-40F7-9FEB-938BCD0B7699}" dt="2021-06-11T11:21:09.071" v="3151" actId="1076"/>
          <ac:spMkLst>
            <pc:docMk/>
            <pc:sldMk cId="1821015862" sldId="257"/>
            <ac:spMk id="6" creationId="{96ED941C-944B-491B-9967-1C62DE1A4A00}"/>
          </ac:spMkLst>
        </pc:spChg>
        <pc:spChg chg="add mod">
          <ac:chgData name="이호용" userId="af21a66d-2e9b-4c50-91f4-112262f0738c" providerId="ADAL" clId="{C7598DC2-8369-40F7-9FEB-938BCD0B7699}" dt="2021-06-11T12:09:48.964" v="3571" actId="113"/>
          <ac:spMkLst>
            <pc:docMk/>
            <pc:sldMk cId="1821015862" sldId="257"/>
            <ac:spMk id="7" creationId="{42872519-4EED-46B2-8A07-02C8769BBEE7}"/>
          </ac:spMkLst>
        </pc:spChg>
        <pc:spChg chg="del mod">
          <ac:chgData name="이호용" userId="af21a66d-2e9b-4c50-91f4-112262f0738c" providerId="ADAL" clId="{C7598DC2-8369-40F7-9FEB-938BCD0B7699}" dt="2021-06-11T11:21:21.190" v="3156" actId="478"/>
          <ac:spMkLst>
            <pc:docMk/>
            <pc:sldMk cId="1821015862" sldId="257"/>
            <ac:spMk id="7" creationId="{64F71A52-807A-493A-8878-D1B0419B6E4A}"/>
          </ac:spMkLst>
        </pc:spChg>
        <pc:spChg chg="del mod">
          <ac:chgData name="이호용" userId="af21a66d-2e9b-4c50-91f4-112262f0738c" providerId="ADAL" clId="{C7598DC2-8369-40F7-9FEB-938BCD0B7699}" dt="2021-06-11T11:21:18.635" v="3154" actId="478"/>
          <ac:spMkLst>
            <pc:docMk/>
            <pc:sldMk cId="1821015862" sldId="257"/>
            <ac:spMk id="8" creationId="{AB5F6E6D-1E94-449D-934B-0CB914616C41}"/>
          </ac:spMkLst>
        </pc:spChg>
        <pc:spChg chg="del mod">
          <ac:chgData name="이호용" userId="af21a66d-2e9b-4c50-91f4-112262f0738c" providerId="ADAL" clId="{C7598DC2-8369-40F7-9FEB-938BCD0B7699}" dt="2021-06-11T11:21:18.034" v="3153" actId="478"/>
          <ac:spMkLst>
            <pc:docMk/>
            <pc:sldMk cId="1821015862" sldId="257"/>
            <ac:spMk id="9" creationId="{3A8383BB-FA38-4608-848F-2FE3A05B8218}"/>
          </ac:spMkLst>
        </pc:spChg>
        <pc:spChg chg="del mod">
          <ac:chgData name="이호용" userId="af21a66d-2e9b-4c50-91f4-112262f0738c" providerId="ADAL" clId="{C7598DC2-8369-40F7-9FEB-938BCD0B7699}" dt="2021-06-11T08:05:45.981" v="2870" actId="478"/>
          <ac:spMkLst>
            <pc:docMk/>
            <pc:sldMk cId="1821015862" sldId="257"/>
            <ac:spMk id="10" creationId="{0F34BA3E-4F4E-4748-9575-530A276B542F}"/>
          </ac:spMkLst>
        </pc:spChg>
        <pc:spChg chg="del mod">
          <ac:chgData name="이호용" userId="af21a66d-2e9b-4c50-91f4-112262f0738c" providerId="ADAL" clId="{C7598DC2-8369-40F7-9FEB-938BCD0B7699}" dt="2021-06-11T11:21:46.892" v="3166" actId="478"/>
          <ac:spMkLst>
            <pc:docMk/>
            <pc:sldMk cId="1821015862" sldId="257"/>
            <ac:spMk id="11" creationId="{A7F369BF-74AA-4283-8E9E-A5D205582282}"/>
          </ac:spMkLst>
        </pc:spChg>
        <pc:spChg chg="del mod">
          <ac:chgData name="이호용" userId="af21a66d-2e9b-4c50-91f4-112262f0738c" providerId="ADAL" clId="{C7598DC2-8369-40F7-9FEB-938BCD0B7699}" dt="2021-06-11T11:21:48.945" v="3168" actId="478"/>
          <ac:spMkLst>
            <pc:docMk/>
            <pc:sldMk cId="1821015862" sldId="257"/>
            <ac:spMk id="12" creationId="{EB096D3F-4109-45C2-9E0C-B35B014735A9}"/>
          </ac:spMkLst>
        </pc:spChg>
        <pc:spChg chg="add mod">
          <ac:chgData name="이호용" userId="af21a66d-2e9b-4c50-91f4-112262f0738c" providerId="ADAL" clId="{C7598DC2-8369-40F7-9FEB-938BCD0B7699}" dt="2021-06-11T11:23:23.051" v="3184" actId="1076"/>
          <ac:spMkLst>
            <pc:docMk/>
            <pc:sldMk cId="1821015862" sldId="257"/>
            <ac:spMk id="13" creationId="{0F44246F-DDF8-4E67-80CF-3D698B420434}"/>
          </ac:spMkLst>
        </pc:spChg>
        <pc:spChg chg="mod">
          <ac:chgData name="이호용" userId="af21a66d-2e9b-4c50-91f4-112262f0738c" providerId="ADAL" clId="{C7598DC2-8369-40F7-9FEB-938BCD0B7699}" dt="2021-06-11T11:20:22.703" v="3142" actId="1076"/>
          <ac:spMkLst>
            <pc:docMk/>
            <pc:sldMk cId="1821015862" sldId="257"/>
            <ac:spMk id="14" creationId="{E370585B-ED58-475D-879E-1B4A5709C76F}"/>
          </ac:spMkLst>
        </pc:spChg>
        <pc:spChg chg="del mod">
          <ac:chgData name="이호용" userId="af21a66d-2e9b-4c50-91f4-112262f0738c" providerId="ADAL" clId="{C7598DC2-8369-40F7-9FEB-938BCD0B7699}" dt="2021-06-11T11:20:41.206" v="3147" actId="478"/>
          <ac:spMkLst>
            <pc:docMk/>
            <pc:sldMk cId="1821015862" sldId="257"/>
            <ac:spMk id="15" creationId="{47B8F47A-0B4D-4DFB-AEE8-5477F05075FA}"/>
          </ac:spMkLst>
        </pc:spChg>
        <pc:spChg chg="add mod">
          <ac:chgData name="이호용" userId="af21a66d-2e9b-4c50-91f4-112262f0738c" providerId="ADAL" clId="{C7598DC2-8369-40F7-9FEB-938BCD0B7699}" dt="2021-06-11T11:23:39.915" v="3189" actId="1076"/>
          <ac:spMkLst>
            <pc:docMk/>
            <pc:sldMk cId="1821015862" sldId="257"/>
            <ac:spMk id="48" creationId="{DC4B75A5-B913-432B-B3FC-D826CCB8A90F}"/>
          </ac:spMkLst>
        </pc:spChg>
        <pc:spChg chg="add mod">
          <ac:chgData name="이호용" userId="af21a66d-2e9b-4c50-91f4-112262f0738c" providerId="ADAL" clId="{C7598DC2-8369-40F7-9FEB-938BCD0B7699}" dt="2021-06-11T12:09:05.480" v="3527" actId="5793"/>
          <ac:spMkLst>
            <pc:docMk/>
            <pc:sldMk cId="1821015862" sldId="257"/>
            <ac:spMk id="50" creationId="{D055116C-EB2E-4E46-871D-85A8832317D2}"/>
          </ac:spMkLst>
        </pc:spChg>
        <pc:spChg chg="add mod">
          <ac:chgData name="이호용" userId="af21a66d-2e9b-4c50-91f4-112262f0738c" providerId="ADAL" clId="{C7598DC2-8369-40F7-9FEB-938BCD0B7699}" dt="2021-06-11T12:09:52.588" v="3573" actId="113"/>
          <ac:spMkLst>
            <pc:docMk/>
            <pc:sldMk cId="1821015862" sldId="257"/>
            <ac:spMk id="51" creationId="{51428609-D38D-481B-AED5-E6553F098BE5}"/>
          </ac:spMkLst>
        </pc:spChg>
        <pc:spChg chg="add mod">
          <ac:chgData name="이호용" userId="af21a66d-2e9b-4c50-91f4-112262f0738c" providerId="ADAL" clId="{C7598DC2-8369-40F7-9FEB-938BCD0B7699}" dt="2021-06-11T12:11:56.445" v="3649" actId="20577"/>
          <ac:spMkLst>
            <pc:docMk/>
            <pc:sldMk cId="1821015862" sldId="257"/>
            <ac:spMk id="52" creationId="{819B1A4A-EDF4-4F7B-AD6F-4F7AF592365A}"/>
          </ac:spMkLst>
        </pc:spChg>
        <pc:spChg chg="add mod">
          <ac:chgData name="이호용" userId="af21a66d-2e9b-4c50-91f4-112262f0738c" providerId="ADAL" clId="{C7598DC2-8369-40F7-9FEB-938BCD0B7699}" dt="2021-06-11T12:12:14.162" v="3663" actId="1076"/>
          <ac:spMkLst>
            <pc:docMk/>
            <pc:sldMk cId="1821015862" sldId="257"/>
            <ac:spMk id="53" creationId="{9EE57E90-072C-4CC7-B47C-2491A323C5C3}"/>
          </ac:spMkLst>
        </pc:spChg>
        <pc:spChg chg="add mod">
          <ac:chgData name="이호용" userId="af21a66d-2e9b-4c50-91f4-112262f0738c" providerId="ADAL" clId="{C7598DC2-8369-40F7-9FEB-938BCD0B7699}" dt="2021-06-11T12:12:09.221" v="3662" actId="404"/>
          <ac:spMkLst>
            <pc:docMk/>
            <pc:sldMk cId="1821015862" sldId="257"/>
            <ac:spMk id="54" creationId="{7798644E-88BD-469A-875B-3FAA5707E442}"/>
          </ac:spMkLst>
        </pc:spChg>
        <pc:spChg chg="add mod">
          <ac:chgData name="이호용" userId="af21a66d-2e9b-4c50-91f4-112262f0738c" providerId="ADAL" clId="{C7598DC2-8369-40F7-9FEB-938BCD0B7699}" dt="2021-06-11T12:13:43.945" v="3762" actId="1076"/>
          <ac:spMkLst>
            <pc:docMk/>
            <pc:sldMk cId="1821015862" sldId="257"/>
            <ac:spMk id="55" creationId="{89C3911A-0F9C-4DC5-8FF5-632C7B478AE4}"/>
          </ac:spMkLst>
        </pc:spChg>
        <pc:spChg chg="add mod">
          <ac:chgData name="이호용" userId="af21a66d-2e9b-4c50-91f4-112262f0738c" providerId="ADAL" clId="{C7598DC2-8369-40F7-9FEB-938BCD0B7699}" dt="2021-06-11T12:08:04.885" v="3459" actId="404"/>
          <ac:spMkLst>
            <pc:docMk/>
            <pc:sldMk cId="1821015862" sldId="257"/>
            <ac:spMk id="99" creationId="{B54C3C7B-2419-4B84-95D9-0BBAC77145CF}"/>
          </ac:spMkLst>
        </pc:spChg>
        <pc:spChg chg="add mod">
          <ac:chgData name="이호용" userId="af21a66d-2e9b-4c50-91f4-112262f0738c" providerId="ADAL" clId="{C7598DC2-8369-40F7-9FEB-938BCD0B7699}" dt="2021-06-11T12:08:09.890" v="3463" actId="404"/>
          <ac:spMkLst>
            <pc:docMk/>
            <pc:sldMk cId="1821015862" sldId="257"/>
            <ac:spMk id="100" creationId="{1FFF8A2F-A127-44F8-B06A-96AACED12DB8}"/>
          </ac:spMkLst>
        </pc:spChg>
        <pc:spChg chg="add mod">
          <ac:chgData name="이호용" userId="af21a66d-2e9b-4c50-91f4-112262f0738c" providerId="ADAL" clId="{C7598DC2-8369-40F7-9FEB-938BCD0B7699}" dt="2021-06-11T12:08:13.106" v="3467" actId="404"/>
          <ac:spMkLst>
            <pc:docMk/>
            <pc:sldMk cId="1821015862" sldId="257"/>
            <ac:spMk id="101" creationId="{5BB5BD4C-6AD6-4206-B150-873BA53E5D44}"/>
          </ac:spMkLst>
        </pc:spChg>
        <pc:spChg chg="add mod">
          <ac:chgData name="이호용" userId="af21a66d-2e9b-4c50-91f4-112262f0738c" providerId="ADAL" clId="{C7598DC2-8369-40F7-9FEB-938BCD0B7699}" dt="2021-06-11T12:08:33.611" v="3495" actId="404"/>
          <ac:spMkLst>
            <pc:docMk/>
            <pc:sldMk cId="1821015862" sldId="257"/>
            <ac:spMk id="116" creationId="{5E6818E4-3CAC-4EC7-805F-F4FF37CBEA60}"/>
          </ac:spMkLst>
        </pc:spChg>
        <pc:spChg chg="add mod">
          <ac:chgData name="이호용" userId="af21a66d-2e9b-4c50-91f4-112262f0738c" providerId="ADAL" clId="{C7598DC2-8369-40F7-9FEB-938BCD0B7699}" dt="2021-06-11T12:07:42.197" v="3435" actId="403"/>
          <ac:spMkLst>
            <pc:docMk/>
            <pc:sldMk cId="1821015862" sldId="257"/>
            <ac:spMk id="117" creationId="{C8E948D7-50EE-4846-8635-3F7D690BBC50}"/>
          </ac:spMkLst>
        </pc:spChg>
        <pc:spChg chg="add mod">
          <ac:chgData name="이호용" userId="af21a66d-2e9b-4c50-91f4-112262f0738c" providerId="ADAL" clId="{C7598DC2-8369-40F7-9FEB-938BCD0B7699}" dt="2021-06-11T12:08:54.251" v="3516" actId="404"/>
          <ac:spMkLst>
            <pc:docMk/>
            <pc:sldMk cId="1821015862" sldId="257"/>
            <ac:spMk id="118" creationId="{F7F30CC2-62AA-4AAC-BDEE-A080B9C67098}"/>
          </ac:spMkLst>
        </pc:spChg>
        <pc:spChg chg="add mod">
          <ac:chgData name="이호용" userId="af21a66d-2e9b-4c50-91f4-112262f0738c" providerId="ADAL" clId="{C7598DC2-8369-40F7-9FEB-938BCD0B7699}" dt="2021-06-11T12:06:32.491" v="3333" actId="20577"/>
          <ac:spMkLst>
            <pc:docMk/>
            <pc:sldMk cId="1821015862" sldId="257"/>
            <ac:spMk id="119" creationId="{912DA37E-4243-4DD3-9B7F-CA7ACF9034AF}"/>
          </ac:spMkLst>
        </pc:spChg>
        <pc:spChg chg="add mod">
          <ac:chgData name="이호용" userId="af21a66d-2e9b-4c50-91f4-112262f0738c" providerId="ADAL" clId="{C7598DC2-8369-40F7-9FEB-938BCD0B7699}" dt="2021-06-11T11:27:50.655" v="3260" actId="14100"/>
          <ac:spMkLst>
            <pc:docMk/>
            <pc:sldMk cId="1821015862" sldId="257"/>
            <ac:spMk id="120" creationId="{71AF7D06-542C-45A9-ADCB-B48CA0302C85}"/>
          </ac:spMkLst>
        </pc:spChg>
        <pc:spChg chg="add mod">
          <ac:chgData name="이호용" userId="af21a66d-2e9b-4c50-91f4-112262f0738c" providerId="ADAL" clId="{C7598DC2-8369-40F7-9FEB-938BCD0B7699}" dt="2021-06-11T11:27:41.623" v="3257" actId="14100"/>
          <ac:spMkLst>
            <pc:docMk/>
            <pc:sldMk cId="1821015862" sldId="257"/>
            <ac:spMk id="121" creationId="{59AE35B7-2053-4ECF-B927-A3365A620884}"/>
          </ac:spMkLst>
        </pc:spChg>
        <pc:spChg chg="add mod">
          <ac:chgData name="이호용" userId="af21a66d-2e9b-4c50-91f4-112262f0738c" providerId="ADAL" clId="{C7598DC2-8369-40F7-9FEB-938BCD0B7699}" dt="2021-06-11T11:28:46.350" v="3264" actId="14100"/>
          <ac:spMkLst>
            <pc:docMk/>
            <pc:sldMk cId="1821015862" sldId="257"/>
            <ac:spMk id="122" creationId="{A7E6FE9E-1053-4418-AE9F-1BEAD124F856}"/>
          </ac:spMkLst>
        </pc:spChg>
        <pc:spChg chg="add mod">
          <ac:chgData name="이호용" userId="af21a66d-2e9b-4c50-91f4-112262f0738c" providerId="ADAL" clId="{C7598DC2-8369-40F7-9FEB-938BCD0B7699}" dt="2021-06-11T12:13:06.877" v="3725" actId="404"/>
          <ac:spMkLst>
            <pc:docMk/>
            <pc:sldMk cId="1821015862" sldId="257"/>
            <ac:spMk id="123" creationId="{6B7DAF9B-7E6C-419A-834E-BC291CCCE3E6}"/>
          </ac:spMkLst>
        </pc:spChg>
        <pc:spChg chg="add mod">
          <ac:chgData name="이호용" userId="af21a66d-2e9b-4c50-91f4-112262f0738c" providerId="ADAL" clId="{C7598DC2-8369-40F7-9FEB-938BCD0B7699}" dt="2021-06-11T12:13:06.877" v="3725" actId="404"/>
          <ac:spMkLst>
            <pc:docMk/>
            <pc:sldMk cId="1821015862" sldId="257"/>
            <ac:spMk id="124" creationId="{09FB5F4A-AD2C-4240-942F-F659229A355C}"/>
          </ac:spMkLst>
        </pc:spChg>
        <pc:spChg chg="add mod">
          <ac:chgData name="이호용" userId="af21a66d-2e9b-4c50-91f4-112262f0738c" providerId="ADAL" clId="{C7598DC2-8369-40F7-9FEB-938BCD0B7699}" dt="2021-06-11T12:13:06.877" v="3725" actId="404"/>
          <ac:spMkLst>
            <pc:docMk/>
            <pc:sldMk cId="1821015862" sldId="257"/>
            <ac:spMk id="125" creationId="{3DD188FA-7D14-4517-A9D9-0032D0427D5C}"/>
          </ac:spMkLst>
        </pc:spChg>
        <pc:spChg chg="add mod">
          <ac:chgData name="이호용" userId="af21a66d-2e9b-4c50-91f4-112262f0738c" providerId="ADAL" clId="{C7598DC2-8369-40F7-9FEB-938BCD0B7699}" dt="2021-06-11T12:12:53.956" v="3718" actId="403"/>
          <ac:spMkLst>
            <pc:docMk/>
            <pc:sldMk cId="1821015862" sldId="257"/>
            <ac:spMk id="126" creationId="{A204770C-B940-46D0-9538-C2BADBA04C99}"/>
          </ac:spMkLst>
        </pc:spChg>
        <pc:spChg chg="add mod">
          <ac:chgData name="이호용" userId="af21a66d-2e9b-4c50-91f4-112262f0738c" providerId="ADAL" clId="{C7598DC2-8369-40F7-9FEB-938BCD0B7699}" dt="2021-06-11T12:16:31.095" v="3848" actId="1076"/>
          <ac:spMkLst>
            <pc:docMk/>
            <pc:sldMk cId="1821015862" sldId="257"/>
            <ac:spMk id="127" creationId="{409BFBEC-868F-4D49-BB51-009C373B968C}"/>
          </ac:spMkLst>
        </pc:spChg>
        <pc:spChg chg="add mod">
          <ac:chgData name="이호용" userId="af21a66d-2e9b-4c50-91f4-112262f0738c" providerId="ADAL" clId="{C7598DC2-8369-40F7-9FEB-938BCD0B7699}" dt="2021-06-11T12:16:35.951" v="3850" actId="1076"/>
          <ac:spMkLst>
            <pc:docMk/>
            <pc:sldMk cId="1821015862" sldId="257"/>
            <ac:spMk id="128" creationId="{48A19571-4B15-449B-8A5F-356273288C46}"/>
          </ac:spMkLst>
        </pc:spChg>
        <pc:spChg chg="add mod">
          <ac:chgData name="이호용" userId="af21a66d-2e9b-4c50-91f4-112262f0738c" providerId="ADAL" clId="{C7598DC2-8369-40F7-9FEB-938BCD0B7699}" dt="2021-06-11T11:28:01.779" v="3262" actId="1076"/>
          <ac:spMkLst>
            <pc:docMk/>
            <pc:sldMk cId="1821015862" sldId="257"/>
            <ac:spMk id="133" creationId="{3A3C1C52-4BF9-4416-9AB2-1B77F01473AA}"/>
          </ac:spMkLst>
        </pc:spChg>
        <pc:spChg chg="add mod">
          <ac:chgData name="이호용" userId="af21a66d-2e9b-4c50-91f4-112262f0738c" providerId="ADAL" clId="{C7598DC2-8369-40F7-9FEB-938BCD0B7699}" dt="2021-06-11T11:28:07.671" v="3263" actId="1076"/>
          <ac:spMkLst>
            <pc:docMk/>
            <pc:sldMk cId="1821015862" sldId="257"/>
            <ac:spMk id="134" creationId="{6E1EE796-3E91-4DBC-857B-E03D20D26F55}"/>
          </ac:spMkLst>
        </pc:spChg>
        <pc:spChg chg="add mod">
          <ac:chgData name="이호용" userId="af21a66d-2e9b-4c50-91f4-112262f0738c" providerId="ADAL" clId="{C7598DC2-8369-40F7-9FEB-938BCD0B7699}" dt="2021-06-11T12:11:22.324" v="3634" actId="404"/>
          <ac:spMkLst>
            <pc:docMk/>
            <pc:sldMk cId="1821015862" sldId="257"/>
            <ac:spMk id="135" creationId="{2CEA50E8-DF9B-4385-AD0E-D80ACFBA5792}"/>
          </ac:spMkLst>
        </pc:spChg>
        <pc:spChg chg="add mod">
          <ac:chgData name="이호용" userId="af21a66d-2e9b-4c50-91f4-112262f0738c" providerId="ADAL" clId="{C7598DC2-8369-40F7-9FEB-938BCD0B7699}" dt="2021-06-11T12:11:29.500" v="3636" actId="404"/>
          <ac:spMkLst>
            <pc:docMk/>
            <pc:sldMk cId="1821015862" sldId="257"/>
            <ac:spMk id="136" creationId="{BA19CDE0-09FA-47AD-B6C2-810AF4884B8F}"/>
          </ac:spMkLst>
        </pc:spChg>
        <pc:spChg chg="add mod">
          <ac:chgData name="이호용" userId="af21a66d-2e9b-4c50-91f4-112262f0738c" providerId="ADAL" clId="{C7598DC2-8369-40F7-9FEB-938BCD0B7699}" dt="2021-06-11T12:11:22.324" v="3634" actId="404"/>
          <ac:spMkLst>
            <pc:docMk/>
            <pc:sldMk cId="1821015862" sldId="257"/>
            <ac:spMk id="137" creationId="{5756804A-198D-4F72-9B7F-812F86B688B7}"/>
          </ac:spMkLst>
        </pc:spChg>
        <pc:spChg chg="add mod">
          <ac:chgData name="이호용" userId="af21a66d-2e9b-4c50-91f4-112262f0738c" providerId="ADAL" clId="{C7598DC2-8369-40F7-9FEB-938BCD0B7699}" dt="2021-06-11T12:11:22.324" v="3634" actId="404"/>
          <ac:spMkLst>
            <pc:docMk/>
            <pc:sldMk cId="1821015862" sldId="257"/>
            <ac:spMk id="138" creationId="{1B8E55FB-6E56-4346-9635-FCBFF299D2D6}"/>
          </ac:spMkLst>
        </pc:spChg>
        <pc:spChg chg="add mod">
          <ac:chgData name="이호용" userId="af21a66d-2e9b-4c50-91f4-112262f0738c" providerId="ADAL" clId="{C7598DC2-8369-40F7-9FEB-938BCD0B7699}" dt="2021-06-11T12:11:22.324" v="3634" actId="404"/>
          <ac:spMkLst>
            <pc:docMk/>
            <pc:sldMk cId="1821015862" sldId="257"/>
            <ac:spMk id="139" creationId="{3F0F5A81-B6A1-4232-9FC5-4514D5061085}"/>
          </ac:spMkLst>
        </pc:spChg>
        <pc:spChg chg="add mod">
          <ac:chgData name="이호용" userId="af21a66d-2e9b-4c50-91f4-112262f0738c" providerId="ADAL" clId="{C7598DC2-8369-40F7-9FEB-938BCD0B7699}" dt="2021-06-11T12:11:40.354" v="3640" actId="404"/>
          <ac:spMkLst>
            <pc:docMk/>
            <pc:sldMk cId="1821015862" sldId="257"/>
            <ac:spMk id="140" creationId="{E95B7C34-EE37-429F-8972-C1907488B08F}"/>
          </ac:spMkLst>
        </pc:spChg>
        <pc:spChg chg="add mod">
          <ac:chgData name="이호용" userId="af21a66d-2e9b-4c50-91f4-112262f0738c" providerId="ADAL" clId="{C7598DC2-8369-40F7-9FEB-938BCD0B7699}" dt="2021-06-11T11:30:10.655" v="3290" actId="1076"/>
          <ac:spMkLst>
            <pc:docMk/>
            <pc:sldMk cId="1821015862" sldId="257"/>
            <ac:spMk id="141" creationId="{24D4508D-B5B5-463D-9363-83CF1D755704}"/>
          </ac:spMkLst>
        </pc:spChg>
        <pc:spChg chg="add mod">
          <ac:chgData name="이호용" userId="af21a66d-2e9b-4c50-91f4-112262f0738c" providerId="ADAL" clId="{C7598DC2-8369-40F7-9FEB-938BCD0B7699}" dt="2021-06-11T12:14:17.120" v="3813" actId="404"/>
          <ac:spMkLst>
            <pc:docMk/>
            <pc:sldMk cId="1821015862" sldId="257"/>
            <ac:spMk id="142" creationId="{423806FB-3B3C-4F03-936B-4CCDC8213E62}"/>
          </ac:spMkLst>
        </pc:spChg>
        <pc:spChg chg="add mod">
          <ac:chgData name="이호용" userId="af21a66d-2e9b-4c50-91f4-112262f0738c" providerId="ADAL" clId="{C7598DC2-8369-40F7-9FEB-938BCD0B7699}" dt="2021-06-11T12:14:22.208" v="3815" actId="5793"/>
          <ac:spMkLst>
            <pc:docMk/>
            <pc:sldMk cId="1821015862" sldId="257"/>
            <ac:spMk id="143" creationId="{91C51B4F-3F72-41C3-A82B-4B3B90627EDE}"/>
          </ac:spMkLst>
        </pc:spChg>
        <pc:spChg chg="add mod">
          <ac:chgData name="이호용" userId="af21a66d-2e9b-4c50-91f4-112262f0738c" providerId="ADAL" clId="{C7598DC2-8369-40F7-9FEB-938BCD0B7699}" dt="2021-06-11T12:14:25.636" v="3817" actId="5793"/>
          <ac:spMkLst>
            <pc:docMk/>
            <pc:sldMk cId="1821015862" sldId="257"/>
            <ac:spMk id="144" creationId="{460E1A0E-429D-4074-BA2F-D0EE4CD32A5E}"/>
          </ac:spMkLst>
        </pc:spChg>
        <pc:spChg chg="add mod">
          <ac:chgData name="이호용" userId="af21a66d-2e9b-4c50-91f4-112262f0738c" providerId="ADAL" clId="{C7598DC2-8369-40F7-9FEB-938BCD0B7699}" dt="2021-06-11T12:14:29.282" v="3820" actId="404"/>
          <ac:spMkLst>
            <pc:docMk/>
            <pc:sldMk cId="1821015862" sldId="257"/>
            <ac:spMk id="145" creationId="{798108D6-AF85-4BC1-8820-29D3421380A6}"/>
          </ac:spMkLst>
        </pc:spChg>
        <pc:cxnChg chg="add">
          <ac:chgData name="이호용" userId="af21a66d-2e9b-4c50-91f4-112262f0738c" providerId="ADAL" clId="{C7598DC2-8369-40F7-9FEB-938BCD0B7699}" dt="2021-06-11T12:14:38.552" v="3821" actId="11529"/>
          <ac:cxnSpMkLst>
            <pc:docMk/>
            <pc:sldMk cId="1821015862" sldId="257"/>
            <ac:cxnSpMk id="9" creationId="{50E903C9-7FFF-4708-8DA7-59550D8A31F7}"/>
          </ac:cxnSpMkLst>
        </pc:cxnChg>
        <pc:cxnChg chg="add">
          <ac:chgData name="이호용" userId="af21a66d-2e9b-4c50-91f4-112262f0738c" providerId="ADAL" clId="{C7598DC2-8369-40F7-9FEB-938BCD0B7699}" dt="2021-06-11T12:14:43.190" v="3822" actId="11529"/>
          <ac:cxnSpMkLst>
            <pc:docMk/>
            <pc:sldMk cId="1821015862" sldId="257"/>
            <ac:cxnSpMk id="11" creationId="{BB80A1D2-046C-4A69-927F-398D07F96F06}"/>
          </ac:cxnSpMkLst>
        </pc:cxnChg>
        <pc:cxnChg chg="add">
          <ac:chgData name="이호용" userId="af21a66d-2e9b-4c50-91f4-112262f0738c" providerId="ADAL" clId="{C7598DC2-8369-40F7-9FEB-938BCD0B7699}" dt="2021-06-11T12:14:46.182" v="3823" actId="11529"/>
          <ac:cxnSpMkLst>
            <pc:docMk/>
            <pc:sldMk cId="1821015862" sldId="257"/>
            <ac:cxnSpMk id="15" creationId="{8CFAFC10-9DAB-4FAC-9400-AC1633E9FB99}"/>
          </ac:cxnSpMkLst>
        </pc:cxnChg>
        <pc:cxnChg chg="add del mod">
          <ac:chgData name="이호용" userId="af21a66d-2e9b-4c50-91f4-112262f0738c" providerId="ADAL" clId="{C7598DC2-8369-40F7-9FEB-938BCD0B7699}" dt="2021-06-11T11:21:23.700" v="3159" actId="478"/>
          <ac:cxnSpMkLst>
            <pc:docMk/>
            <pc:sldMk cId="1821015862" sldId="257"/>
            <ac:cxnSpMk id="17" creationId="{32595206-9C81-4038-85DE-7C7088E46CDA}"/>
          </ac:cxnSpMkLst>
        </pc:cxnChg>
        <pc:cxnChg chg="add">
          <ac:chgData name="이호용" userId="af21a66d-2e9b-4c50-91f4-112262f0738c" providerId="ADAL" clId="{C7598DC2-8369-40F7-9FEB-938BCD0B7699}" dt="2021-06-11T12:14:49.548" v="3824" actId="11529"/>
          <ac:cxnSpMkLst>
            <pc:docMk/>
            <pc:sldMk cId="1821015862" sldId="257"/>
            <ac:cxnSpMk id="17" creationId="{4171290D-9646-4983-B068-07C437D2EB1F}"/>
          </ac:cxnSpMkLst>
        </pc:cxnChg>
        <pc:cxnChg chg="add">
          <ac:chgData name="이호용" userId="af21a66d-2e9b-4c50-91f4-112262f0738c" providerId="ADAL" clId="{C7598DC2-8369-40F7-9FEB-938BCD0B7699}" dt="2021-06-11T12:14:53.332" v="3825" actId="11529"/>
          <ac:cxnSpMkLst>
            <pc:docMk/>
            <pc:sldMk cId="1821015862" sldId="257"/>
            <ac:cxnSpMk id="19" creationId="{42916496-8473-48B0-A8CE-121CDAC5F559}"/>
          </ac:cxnSpMkLst>
        </pc:cxnChg>
        <pc:cxnChg chg="add del mod">
          <ac:chgData name="이호용" userId="af21a66d-2e9b-4c50-91f4-112262f0738c" providerId="ADAL" clId="{C7598DC2-8369-40F7-9FEB-938BCD0B7699}" dt="2021-06-11T11:21:22.661" v="3158" actId="478"/>
          <ac:cxnSpMkLst>
            <pc:docMk/>
            <pc:sldMk cId="1821015862" sldId="257"/>
            <ac:cxnSpMk id="19" creationId="{C90866BF-3F08-4D99-8C13-A384A58964F2}"/>
          </ac:cxnSpMkLst>
        </pc:cxnChg>
        <pc:cxnChg chg="add del mod">
          <ac:chgData name="이호용" userId="af21a66d-2e9b-4c50-91f4-112262f0738c" providerId="ADAL" clId="{C7598DC2-8369-40F7-9FEB-938BCD0B7699}" dt="2021-06-11T11:21:21.896" v="3157" actId="478"/>
          <ac:cxnSpMkLst>
            <pc:docMk/>
            <pc:sldMk cId="1821015862" sldId="257"/>
            <ac:cxnSpMk id="21" creationId="{A40FF187-607F-4A36-94A6-5B662AF84ADE}"/>
          </ac:cxnSpMkLst>
        </pc:cxnChg>
        <pc:cxnChg chg="add">
          <ac:chgData name="이호용" userId="af21a66d-2e9b-4c50-91f4-112262f0738c" providerId="ADAL" clId="{C7598DC2-8369-40F7-9FEB-938BCD0B7699}" dt="2021-06-11T12:14:56.356" v="3826" actId="11529"/>
          <ac:cxnSpMkLst>
            <pc:docMk/>
            <pc:sldMk cId="1821015862" sldId="257"/>
            <ac:cxnSpMk id="21" creationId="{AFBC99C9-5334-4EDA-8FC9-04005B4492F9}"/>
          </ac:cxnSpMkLst>
        </pc:cxnChg>
        <pc:cxnChg chg="add mod">
          <ac:chgData name="이호용" userId="af21a66d-2e9b-4c50-91f4-112262f0738c" providerId="ADAL" clId="{C7598DC2-8369-40F7-9FEB-938BCD0B7699}" dt="2021-06-11T11:23:44.899" v="3190" actId="1076"/>
          <ac:cxnSpMkLst>
            <pc:docMk/>
            <pc:sldMk cId="1821015862" sldId="257"/>
            <ac:cxnSpMk id="23" creationId="{21256F84-5EED-48CB-8F36-457856153D27}"/>
          </ac:cxnSpMkLst>
        </pc:cxnChg>
        <pc:cxnChg chg="add">
          <ac:chgData name="이호용" userId="af21a66d-2e9b-4c50-91f4-112262f0738c" providerId="ADAL" clId="{C7598DC2-8369-40F7-9FEB-938BCD0B7699}" dt="2021-06-11T12:14:59.787" v="3827" actId="11529"/>
          <ac:cxnSpMkLst>
            <pc:docMk/>
            <pc:sldMk cId="1821015862" sldId="257"/>
            <ac:cxnSpMk id="24" creationId="{600914CD-6062-4A48-95C0-264FC8033EE5}"/>
          </ac:cxnSpMkLst>
        </pc:cxnChg>
        <pc:cxnChg chg="add del mod">
          <ac:chgData name="이호용" userId="af21a66d-2e9b-4c50-91f4-112262f0738c" providerId="ADAL" clId="{C7598DC2-8369-40F7-9FEB-938BCD0B7699}" dt="2021-06-11T11:21:49.909" v="3169" actId="478"/>
          <ac:cxnSpMkLst>
            <pc:docMk/>
            <pc:sldMk cId="1821015862" sldId="257"/>
            <ac:cxnSpMk id="25" creationId="{11729922-151C-453D-9CD7-93F7BF54D140}"/>
          </ac:cxnSpMkLst>
        </pc:cxnChg>
        <pc:cxnChg chg="add mod">
          <ac:chgData name="이호용" userId="af21a66d-2e9b-4c50-91f4-112262f0738c" providerId="ADAL" clId="{C7598DC2-8369-40F7-9FEB-938BCD0B7699}" dt="2021-06-11T12:15:07.856" v="3829" actId="14100"/>
          <ac:cxnSpMkLst>
            <pc:docMk/>
            <pc:sldMk cId="1821015862" sldId="257"/>
            <ac:cxnSpMk id="26" creationId="{3E3F0307-11EB-4D17-AFD2-D209432E3723}"/>
          </ac:cxnSpMkLst>
        </pc:cxnChg>
        <pc:cxnChg chg="add del mod">
          <ac:chgData name="이호용" userId="af21a66d-2e9b-4c50-91f4-112262f0738c" providerId="ADAL" clId="{C7598DC2-8369-40F7-9FEB-938BCD0B7699}" dt="2021-06-11T11:21:50.674" v="3170" actId="478"/>
          <ac:cxnSpMkLst>
            <pc:docMk/>
            <pc:sldMk cId="1821015862" sldId="257"/>
            <ac:cxnSpMk id="27" creationId="{241DBA64-46BA-47A7-9B7B-3A705532D5FF}"/>
          </ac:cxnSpMkLst>
        </pc:cxnChg>
        <pc:cxnChg chg="add mod">
          <ac:chgData name="이호용" userId="af21a66d-2e9b-4c50-91f4-112262f0738c" providerId="ADAL" clId="{C7598DC2-8369-40F7-9FEB-938BCD0B7699}" dt="2021-06-11T11:23:44.899" v="3190" actId="1076"/>
          <ac:cxnSpMkLst>
            <pc:docMk/>
            <pc:sldMk cId="1821015862" sldId="257"/>
            <ac:cxnSpMk id="29" creationId="{6932C806-CACA-4CF5-8C34-BEEB5DF86ED3}"/>
          </ac:cxnSpMkLst>
        </pc:cxnChg>
        <pc:cxnChg chg="add">
          <ac:chgData name="이호용" userId="af21a66d-2e9b-4c50-91f4-112262f0738c" providerId="ADAL" clId="{C7598DC2-8369-40F7-9FEB-938BCD0B7699}" dt="2021-06-11T12:15:12.909" v="3830" actId="11529"/>
          <ac:cxnSpMkLst>
            <pc:docMk/>
            <pc:sldMk cId="1821015862" sldId="257"/>
            <ac:cxnSpMk id="30" creationId="{2DAA127A-C277-4207-950B-EC86FC89B29A}"/>
          </ac:cxnSpMkLst>
        </pc:cxnChg>
        <pc:cxnChg chg="add mod">
          <ac:chgData name="이호용" userId="af21a66d-2e9b-4c50-91f4-112262f0738c" providerId="ADAL" clId="{C7598DC2-8369-40F7-9FEB-938BCD0B7699}" dt="2021-06-11T11:23:44.899" v="3190" actId="1076"/>
          <ac:cxnSpMkLst>
            <pc:docMk/>
            <pc:sldMk cId="1821015862" sldId="257"/>
            <ac:cxnSpMk id="31" creationId="{D10480BD-D912-4A2F-BA29-0D569C2E2767}"/>
          </ac:cxnSpMkLst>
        </pc:cxnChg>
        <pc:cxnChg chg="add mod">
          <ac:chgData name="이호용" userId="af21a66d-2e9b-4c50-91f4-112262f0738c" providerId="ADAL" clId="{C7598DC2-8369-40F7-9FEB-938BCD0B7699}" dt="2021-06-11T11:23:44.899" v="3190" actId="1076"/>
          <ac:cxnSpMkLst>
            <pc:docMk/>
            <pc:sldMk cId="1821015862" sldId="257"/>
            <ac:cxnSpMk id="33" creationId="{F09411B5-D7A0-49A1-8829-8EA7EFE4E157}"/>
          </ac:cxnSpMkLst>
        </pc:cxnChg>
        <pc:cxnChg chg="add">
          <ac:chgData name="이호용" userId="af21a66d-2e9b-4c50-91f4-112262f0738c" providerId="ADAL" clId="{C7598DC2-8369-40F7-9FEB-938BCD0B7699}" dt="2021-06-11T12:15:16.394" v="3831" actId="11529"/>
          <ac:cxnSpMkLst>
            <pc:docMk/>
            <pc:sldMk cId="1821015862" sldId="257"/>
            <ac:cxnSpMk id="34" creationId="{D4354226-0DD7-4033-A871-92768E5FAF20}"/>
          </ac:cxnSpMkLst>
        </pc:cxnChg>
        <pc:cxnChg chg="add mod">
          <ac:chgData name="이호용" userId="af21a66d-2e9b-4c50-91f4-112262f0738c" providerId="ADAL" clId="{C7598DC2-8369-40F7-9FEB-938BCD0B7699}" dt="2021-06-11T11:23:44.899" v="3190" actId="1076"/>
          <ac:cxnSpMkLst>
            <pc:docMk/>
            <pc:sldMk cId="1821015862" sldId="257"/>
            <ac:cxnSpMk id="35" creationId="{8605C993-0855-4CB8-B473-826F14265559}"/>
          </ac:cxnSpMkLst>
        </pc:cxnChg>
        <pc:cxnChg chg="add mod">
          <ac:chgData name="이호용" userId="af21a66d-2e9b-4c50-91f4-112262f0738c" providerId="ADAL" clId="{C7598DC2-8369-40F7-9FEB-938BCD0B7699}" dt="2021-06-11T11:26:28.363" v="3238" actId="1076"/>
          <ac:cxnSpMkLst>
            <pc:docMk/>
            <pc:sldMk cId="1821015862" sldId="257"/>
            <ac:cxnSpMk id="37" creationId="{9131CD01-51E1-4C9F-A241-0E4B737CA5F0}"/>
          </ac:cxnSpMkLst>
        </pc:cxnChg>
        <pc:cxnChg chg="add">
          <ac:chgData name="이호용" userId="af21a66d-2e9b-4c50-91f4-112262f0738c" providerId="ADAL" clId="{C7598DC2-8369-40F7-9FEB-938BCD0B7699}" dt="2021-06-11T12:15:20.190" v="3832" actId="11529"/>
          <ac:cxnSpMkLst>
            <pc:docMk/>
            <pc:sldMk cId="1821015862" sldId="257"/>
            <ac:cxnSpMk id="38" creationId="{0D581290-6D01-485C-9C4A-18812B4C6748}"/>
          </ac:cxnSpMkLst>
        </pc:cxnChg>
        <pc:cxnChg chg="add mod">
          <ac:chgData name="이호용" userId="af21a66d-2e9b-4c50-91f4-112262f0738c" providerId="ADAL" clId="{C7598DC2-8369-40F7-9FEB-938BCD0B7699}" dt="2021-06-11T11:26:28.363" v="3238" actId="1076"/>
          <ac:cxnSpMkLst>
            <pc:docMk/>
            <pc:sldMk cId="1821015862" sldId="257"/>
            <ac:cxnSpMk id="39" creationId="{407730A0-9B57-4786-B4B1-A1E07719C7D1}"/>
          </ac:cxnSpMkLst>
        </pc:cxnChg>
        <pc:cxnChg chg="add mod">
          <ac:chgData name="이호용" userId="af21a66d-2e9b-4c50-91f4-112262f0738c" providerId="ADAL" clId="{C7598DC2-8369-40F7-9FEB-938BCD0B7699}" dt="2021-06-11T11:26:28.363" v="3238" actId="1076"/>
          <ac:cxnSpMkLst>
            <pc:docMk/>
            <pc:sldMk cId="1821015862" sldId="257"/>
            <ac:cxnSpMk id="41" creationId="{7A36EC98-3072-4B12-AF31-E2315A64D255}"/>
          </ac:cxnSpMkLst>
        </pc:cxnChg>
        <pc:cxnChg chg="add">
          <ac:chgData name="이호용" userId="af21a66d-2e9b-4c50-91f4-112262f0738c" providerId="ADAL" clId="{C7598DC2-8369-40F7-9FEB-938BCD0B7699}" dt="2021-06-11T12:15:23.879" v="3833" actId="11529"/>
          <ac:cxnSpMkLst>
            <pc:docMk/>
            <pc:sldMk cId="1821015862" sldId="257"/>
            <ac:cxnSpMk id="42" creationId="{DF2D1727-54F1-4358-913D-F9C00B9D4612}"/>
          </ac:cxnSpMkLst>
        </pc:cxnChg>
        <pc:cxnChg chg="add mod">
          <ac:chgData name="이호용" userId="af21a66d-2e9b-4c50-91f4-112262f0738c" providerId="ADAL" clId="{C7598DC2-8369-40F7-9FEB-938BCD0B7699}" dt="2021-06-11T11:26:28.363" v="3238" actId="1076"/>
          <ac:cxnSpMkLst>
            <pc:docMk/>
            <pc:sldMk cId="1821015862" sldId="257"/>
            <ac:cxnSpMk id="43" creationId="{3A87E2FB-5720-46AA-A77C-39FFF2087F4A}"/>
          </ac:cxnSpMkLst>
        </pc:cxnChg>
        <pc:cxnChg chg="add">
          <ac:chgData name="이호용" userId="af21a66d-2e9b-4c50-91f4-112262f0738c" providerId="ADAL" clId="{C7598DC2-8369-40F7-9FEB-938BCD0B7699}" dt="2021-06-11T12:15:28.636" v="3834" actId="11529"/>
          <ac:cxnSpMkLst>
            <pc:docMk/>
            <pc:sldMk cId="1821015862" sldId="257"/>
            <ac:cxnSpMk id="45" creationId="{7941D9D1-C792-45A4-B0C7-DF3B828B845D}"/>
          </ac:cxnSpMkLst>
        </pc:cxnChg>
        <pc:cxnChg chg="add del mod">
          <ac:chgData name="이호용" userId="af21a66d-2e9b-4c50-91f4-112262f0738c" providerId="ADAL" clId="{C7598DC2-8369-40F7-9FEB-938BCD0B7699}" dt="2021-06-11T11:20:45.971" v="3148" actId="478"/>
          <ac:cxnSpMkLst>
            <pc:docMk/>
            <pc:sldMk cId="1821015862" sldId="257"/>
            <ac:cxnSpMk id="45" creationId="{8ACE0475-084A-4D36-ABF4-DA018FD01B1B}"/>
          </ac:cxnSpMkLst>
        </pc:cxnChg>
        <pc:cxnChg chg="add">
          <ac:chgData name="이호용" userId="af21a66d-2e9b-4c50-91f4-112262f0738c" providerId="ADAL" clId="{C7598DC2-8369-40F7-9FEB-938BCD0B7699}" dt="2021-06-11T12:15:34.167" v="3835" actId="11529"/>
          <ac:cxnSpMkLst>
            <pc:docMk/>
            <pc:sldMk cId="1821015862" sldId="257"/>
            <ac:cxnSpMk id="47" creationId="{06C8748B-6B93-444E-9EDD-3D541DBA9D4F}"/>
          </ac:cxnSpMkLst>
        </pc:cxnChg>
        <pc:cxnChg chg="add mod">
          <ac:chgData name="이호용" userId="af21a66d-2e9b-4c50-91f4-112262f0738c" providerId="ADAL" clId="{C7598DC2-8369-40F7-9FEB-938BCD0B7699}" dt="2021-06-11T11:23:39.915" v="3189" actId="1076"/>
          <ac:cxnSpMkLst>
            <pc:docMk/>
            <pc:sldMk cId="1821015862" sldId="257"/>
            <ac:cxnSpMk id="49" creationId="{98E116E6-97A7-42EE-909D-39432A7FA950}"/>
          </ac:cxnSpMkLst>
        </pc:cxnChg>
        <pc:cxnChg chg="add">
          <ac:chgData name="이호용" userId="af21a66d-2e9b-4c50-91f4-112262f0738c" providerId="ADAL" clId="{C7598DC2-8369-40F7-9FEB-938BCD0B7699}" dt="2021-06-11T12:15:38.754" v="3836" actId="11529"/>
          <ac:cxnSpMkLst>
            <pc:docMk/>
            <pc:sldMk cId="1821015862" sldId="257"/>
            <ac:cxnSpMk id="57" creationId="{D15420E0-FBDC-4CFC-BDC6-869A29015F9C}"/>
          </ac:cxnSpMkLst>
        </pc:cxnChg>
        <pc:cxnChg chg="add">
          <ac:chgData name="이호용" userId="af21a66d-2e9b-4c50-91f4-112262f0738c" providerId="ADAL" clId="{C7598DC2-8369-40F7-9FEB-938BCD0B7699}" dt="2021-06-11T12:15:44.142" v="3837" actId="11529"/>
          <ac:cxnSpMkLst>
            <pc:docMk/>
            <pc:sldMk cId="1821015862" sldId="257"/>
            <ac:cxnSpMk id="59" creationId="{15BEC696-1DDF-4636-A45A-BD8D31F430F3}"/>
          </ac:cxnSpMkLst>
        </pc:cxnChg>
        <pc:cxnChg chg="add">
          <ac:chgData name="이호용" userId="af21a66d-2e9b-4c50-91f4-112262f0738c" providerId="ADAL" clId="{C7598DC2-8369-40F7-9FEB-938BCD0B7699}" dt="2021-06-11T12:15:49.419" v="3838" actId="11529"/>
          <ac:cxnSpMkLst>
            <pc:docMk/>
            <pc:sldMk cId="1821015862" sldId="257"/>
            <ac:cxnSpMk id="61" creationId="{11748DFF-3E4A-464A-B1B2-1EDBBEACD9EC}"/>
          </ac:cxnSpMkLst>
        </pc:cxnChg>
        <pc:cxnChg chg="add">
          <ac:chgData name="이호용" userId="af21a66d-2e9b-4c50-91f4-112262f0738c" providerId="ADAL" clId="{C7598DC2-8369-40F7-9FEB-938BCD0B7699}" dt="2021-06-11T12:15:53.885" v="3839" actId="11529"/>
          <ac:cxnSpMkLst>
            <pc:docMk/>
            <pc:sldMk cId="1821015862" sldId="257"/>
            <ac:cxnSpMk id="63" creationId="{3C535E1B-6DEF-4866-8142-9E5ABD9C17BE}"/>
          </ac:cxnSpMkLst>
        </pc:cxnChg>
        <pc:cxnChg chg="add">
          <ac:chgData name="이호용" userId="af21a66d-2e9b-4c50-91f4-112262f0738c" providerId="ADAL" clId="{C7598DC2-8369-40F7-9FEB-938BCD0B7699}" dt="2021-06-11T12:15:58.769" v="3840" actId="11529"/>
          <ac:cxnSpMkLst>
            <pc:docMk/>
            <pc:sldMk cId="1821015862" sldId="257"/>
            <ac:cxnSpMk id="65" creationId="{1512F76B-943B-4643-9F49-1FCD2885E99B}"/>
          </ac:cxnSpMkLst>
        </pc:cxnChg>
        <pc:cxnChg chg="add">
          <ac:chgData name="이호용" userId="af21a66d-2e9b-4c50-91f4-112262f0738c" providerId="ADAL" clId="{C7598DC2-8369-40F7-9FEB-938BCD0B7699}" dt="2021-06-11T12:16:03.812" v="3841" actId="11529"/>
          <ac:cxnSpMkLst>
            <pc:docMk/>
            <pc:sldMk cId="1821015862" sldId="257"/>
            <ac:cxnSpMk id="67" creationId="{9E1BA9BE-C23B-4B19-A4ED-2D7DDF963641}"/>
          </ac:cxnSpMkLst>
        </pc:cxnChg>
        <pc:cxnChg chg="add">
          <ac:chgData name="이호용" userId="af21a66d-2e9b-4c50-91f4-112262f0738c" providerId="ADAL" clId="{C7598DC2-8369-40F7-9FEB-938BCD0B7699}" dt="2021-06-11T12:16:07.856" v="3842" actId="11529"/>
          <ac:cxnSpMkLst>
            <pc:docMk/>
            <pc:sldMk cId="1821015862" sldId="257"/>
            <ac:cxnSpMk id="69" creationId="{598E4205-2196-414D-AA38-A64ED33FACED}"/>
          </ac:cxnSpMkLst>
        </pc:cxnChg>
        <pc:cxnChg chg="add">
          <ac:chgData name="이호용" userId="af21a66d-2e9b-4c50-91f4-112262f0738c" providerId="ADAL" clId="{C7598DC2-8369-40F7-9FEB-938BCD0B7699}" dt="2021-06-11T12:16:11.651" v="3843" actId="11529"/>
          <ac:cxnSpMkLst>
            <pc:docMk/>
            <pc:sldMk cId="1821015862" sldId="257"/>
            <ac:cxnSpMk id="71" creationId="{DB046CC9-E9D1-4E9B-A198-EA27B89A1411}"/>
          </ac:cxnSpMkLst>
        </pc:cxnChg>
        <pc:cxnChg chg="add">
          <ac:chgData name="이호용" userId="af21a66d-2e9b-4c50-91f4-112262f0738c" providerId="ADAL" clId="{C7598DC2-8369-40F7-9FEB-938BCD0B7699}" dt="2021-06-11T12:16:15.580" v="3844" actId="11529"/>
          <ac:cxnSpMkLst>
            <pc:docMk/>
            <pc:sldMk cId="1821015862" sldId="257"/>
            <ac:cxnSpMk id="73" creationId="{0F1E1E9F-B140-4648-B384-7BEBF9C4F5B9}"/>
          </ac:cxnSpMkLst>
        </pc:cxnChg>
        <pc:cxnChg chg="add mod">
          <ac:chgData name="이호용" userId="af21a66d-2e9b-4c50-91f4-112262f0738c" providerId="ADAL" clId="{C7598DC2-8369-40F7-9FEB-938BCD0B7699}" dt="2021-06-11T12:16:33.346" v="3849" actId="14100"/>
          <ac:cxnSpMkLst>
            <pc:docMk/>
            <pc:sldMk cId="1821015862" sldId="257"/>
            <ac:cxnSpMk id="75" creationId="{0346C88B-518C-4BE5-952F-9B01D389FF6D}"/>
          </ac:cxnSpMkLst>
        </pc:cxnChg>
        <pc:cxnChg chg="add mod">
          <ac:chgData name="이호용" userId="af21a66d-2e9b-4c50-91f4-112262f0738c" providerId="ADAL" clId="{C7598DC2-8369-40F7-9FEB-938BCD0B7699}" dt="2021-06-11T12:16:38.979" v="3851" actId="14100"/>
          <ac:cxnSpMkLst>
            <pc:docMk/>
            <pc:sldMk cId="1821015862" sldId="257"/>
            <ac:cxnSpMk id="77" creationId="{78A331B8-1F42-420C-B237-AEBFFA886290}"/>
          </ac:cxnSpMkLst>
        </pc:cxnChg>
        <pc:cxnChg chg="add">
          <ac:chgData name="이호용" userId="af21a66d-2e9b-4c50-91f4-112262f0738c" providerId="ADAL" clId="{C7598DC2-8369-40F7-9FEB-938BCD0B7699}" dt="2021-06-11T12:16:49.591" v="3852" actId="11529"/>
          <ac:cxnSpMkLst>
            <pc:docMk/>
            <pc:sldMk cId="1821015862" sldId="257"/>
            <ac:cxnSpMk id="81" creationId="{B9818E84-3A57-4D7B-ADD6-35E94158A9C6}"/>
          </ac:cxnSpMkLst>
        </pc:cxnChg>
        <pc:cxnChg chg="add">
          <ac:chgData name="이호용" userId="af21a66d-2e9b-4c50-91f4-112262f0738c" providerId="ADAL" clId="{C7598DC2-8369-40F7-9FEB-938BCD0B7699}" dt="2021-06-11T12:16:53.942" v="3853" actId="11529"/>
          <ac:cxnSpMkLst>
            <pc:docMk/>
            <pc:sldMk cId="1821015862" sldId="257"/>
            <ac:cxnSpMk id="83" creationId="{F1BBA019-061C-4FDF-B946-1316D2738E1D}"/>
          </ac:cxnSpMkLst>
        </pc:cxnChg>
        <pc:cxnChg chg="add">
          <ac:chgData name="이호용" userId="af21a66d-2e9b-4c50-91f4-112262f0738c" providerId="ADAL" clId="{C7598DC2-8369-40F7-9FEB-938BCD0B7699}" dt="2021-06-11T12:16:57.201" v="3854" actId="11529"/>
          <ac:cxnSpMkLst>
            <pc:docMk/>
            <pc:sldMk cId="1821015862" sldId="257"/>
            <ac:cxnSpMk id="85" creationId="{582268C5-62EF-4457-8472-5046F9BC38C7}"/>
          </ac:cxnSpMkLst>
        </pc:cxnChg>
        <pc:cxnChg chg="add">
          <ac:chgData name="이호용" userId="af21a66d-2e9b-4c50-91f4-112262f0738c" providerId="ADAL" clId="{C7598DC2-8369-40F7-9FEB-938BCD0B7699}" dt="2021-06-11T12:17:01.102" v="3855" actId="11529"/>
          <ac:cxnSpMkLst>
            <pc:docMk/>
            <pc:sldMk cId="1821015862" sldId="257"/>
            <ac:cxnSpMk id="87" creationId="{FE684938-ABD1-41AE-AFB8-B463FE8D4F8C}"/>
          </ac:cxnSpMkLst>
        </pc:cxnChg>
        <pc:cxnChg chg="add">
          <ac:chgData name="이호용" userId="af21a66d-2e9b-4c50-91f4-112262f0738c" providerId="ADAL" clId="{C7598DC2-8369-40F7-9FEB-938BCD0B7699}" dt="2021-06-11T12:17:05.486" v="3856" actId="11529"/>
          <ac:cxnSpMkLst>
            <pc:docMk/>
            <pc:sldMk cId="1821015862" sldId="257"/>
            <ac:cxnSpMk id="89" creationId="{3ACDACBF-0067-4F90-9FE4-8D7DC1DB5344}"/>
          </ac:cxnSpMkLst>
        </pc:cxnChg>
      </pc:sldChg>
      <pc:sldChg chg="addSp delSp modSp new del mod">
        <pc:chgData name="이호용" userId="af21a66d-2e9b-4c50-91f4-112262f0738c" providerId="ADAL" clId="{C7598DC2-8369-40F7-9FEB-938BCD0B7699}" dt="2021-06-06T14:18:49.330" v="380" actId="2696"/>
        <pc:sldMkLst>
          <pc:docMk/>
          <pc:sldMk cId="3092199477" sldId="258"/>
        </pc:sldMkLst>
        <pc:spChg chg="add del mod">
          <ac:chgData name="이호용" userId="af21a66d-2e9b-4c50-91f4-112262f0738c" providerId="ADAL" clId="{C7598DC2-8369-40F7-9FEB-938BCD0B7699}" dt="2021-06-06T13:49:20.800" v="340" actId="478"/>
          <ac:spMkLst>
            <pc:docMk/>
            <pc:sldMk cId="3092199477" sldId="258"/>
            <ac:spMk id="2" creationId="{2192E200-F149-4642-8688-0BD9CE285D4D}"/>
          </ac:spMkLst>
        </pc:spChg>
        <pc:spChg chg="add del mod">
          <ac:chgData name="이호용" userId="af21a66d-2e9b-4c50-91f4-112262f0738c" providerId="ADAL" clId="{C7598DC2-8369-40F7-9FEB-938BCD0B7699}" dt="2021-06-06T13:49:22.361" v="341" actId="478"/>
          <ac:spMkLst>
            <pc:docMk/>
            <pc:sldMk cId="3092199477" sldId="258"/>
            <ac:spMk id="3" creationId="{84BED020-30CF-4E94-B8CC-13C578B8FBEC}"/>
          </ac:spMkLst>
        </pc:spChg>
        <pc:spChg chg="add del mod">
          <ac:chgData name="이호용" userId="af21a66d-2e9b-4c50-91f4-112262f0738c" providerId="ADAL" clId="{C7598DC2-8369-40F7-9FEB-938BCD0B7699}" dt="2021-06-06T13:49:17.432" v="335" actId="478"/>
          <ac:spMkLst>
            <pc:docMk/>
            <pc:sldMk cId="3092199477" sldId="258"/>
            <ac:spMk id="4" creationId="{A71EAC65-693C-48C3-B6B5-0E448B379C85}"/>
          </ac:spMkLst>
        </pc:spChg>
        <pc:spChg chg="add del mod">
          <ac:chgData name="이호용" userId="af21a66d-2e9b-4c50-91f4-112262f0738c" providerId="ADAL" clId="{C7598DC2-8369-40F7-9FEB-938BCD0B7699}" dt="2021-06-06T13:49:15.647" v="333" actId="478"/>
          <ac:spMkLst>
            <pc:docMk/>
            <pc:sldMk cId="3092199477" sldId="258"/>
            <ac:spMk id="5" creationId="{3E01859F-085F-4608-8213-5A554793995A}"/>
          </ac:spMkLst>
        </pc:spChg>
        <pc:spChg chg="add del mod">
          <ac:chgData name="이호용" userId="af21a66d-2e9b-4c50-91f4-112262f0738c" providerId="ADAL" clId="{C7598DC2-8369-40F7-9FEB-938BCD0B7699}" dt="2021-06-06T13:44:39.326" v="179" actId="478"/>
          <ac:spMkLst>
            <pc:docMk/>
            <pc:sldMk cId="3092199477" sldId="258"/>
            <ac:spMk id="9" creationId="{E7954EE2-3F15-4D12-97FD-A702DD20CFC4}"/>
          </ac:spMkLst>
        </pc:spChg>
        <pc:spChg chg="add del mod">
          <ac:chgData name="이호용" userId="af21a66d-2e9b-4c50-91f4-112262f0738c" providerId="ADAL" clId="{C7598DC2-8369-40F7-9FEB-938BCD0B7699}" dt="2021-06-06T13:44:42.446" v="184" actId="478"/>
          <ac:spMkLst>
            <pc:docMk/>
            <pc:sldMk cId="3092199477" sldId="258"/>
            <ac:spMk id="10" creationId="{8B239834-33C3-439B-805E-483C87F4272E}"/>
          </ac:spMkLst>
        </pc:spChg>
        <pc:spChg chg="add del mod">
          <ac:chgData name="이호용" userId="af21a66d-2e9b-4c50-91f4-112262f0738c" providerId="ADAL" clId="{C7598DC2-8369-40F7-9FEB-938BCD0B7699}" dt="2021-06-06T13:44:40.004" v="180" actId="478"/>
          <ac:spMkLst>
            <pc:docMk/>
            <pc:sldMk cId="3092199477" sldId="258"/>
            <ac:spMk id="11" creationId="{3875863D-4237-4923-A97C-D03841EDAD79}"/>
          </ac:spMkLst>
        </pc:spChg>
        <pc:spChg chg="add del mod">
          <ac:chgData name="이호용" userId="af21a66d-2e9b-4c50-91f4-112262f0738c" providerId="ADAL" clId="{C7598DC2-8369-40F7-9FEB-938BCD0B7699}" dt="2021-06-06T13:44:43.466" v="185" actId="478"/>
          <ac:spMkLst>
            <pc:docMk/>
            <pc:sldMk cId="3092199477" sldId="258"/>
            <ac:spMk id="12" creationId="{DC2333E6-4CEA-4EB9-B7F1-56C1E9E35304}"/>
          </ac:spMkLst>
        </pc:spChg>
        <pc:spChg chg="add del mod">
          <ac:chgData name="이호용" userId="af21a66d-2e9b-4c50-91f4-112262f0738c" providerId="ADAL" clId="{C7598DC2-8369-40F7-9FEB-938BCD0B7699}" dt="2021-06-06T13:44:40.803" v="181" actId="478"/>
          <ac:spMkLst>
            <pc:docMk/>
            <pc:sldMk cId="3092199477" sldId="258"/>
            <ac:spMk id="13" creationId="{B8996C82-311C-4443-A3B4-0854D690B82D}"/>
          </ac:spMkLst>
        </pc:spChg>
        <pc:spChg chg="add del mod">
          <ac:chgData name="이호용" userId="af21a66d-2e9b-4c50-91f4-112262f0738c" providerId="ADAL" clId="{C7598DC2-8369-40F7-9FEB-938BCD0B7699}" dt="2021-06-06T13:44:41.444" v="182" actId="478"/>
          <ac:spMkLst>
            <pc:docMk/>
            <pc:sldMk cId="3092199477" sldId="258"/>
            <ac:spMk id="14" creationId="{366E8E8E-5D7F-4AC7-8B11-2D07B84EF659}"/>
          </ac:spMkLst>
        </pc:spChg>
        <pc:spChg chg="add del mod">
          <ac:chgData name="이호용" userId="af21a66d-2e9b-4c50-91f4-112262f0738c" providerId="ADAL" clId="{C7598DC2-8369-40F7-9FEB-938BCD0B7699}" dt="2021-06-06T13:44:41.921" v="183" actId="478"/>
          <ac:spMkLst>
            <pc:docMk/>
            <pc:sldMk cId="3092199477" sldId="258"/>
            <ac:spMk id="15" creationId="{581BF654-C0A2-420E-BB88-ACC5D94E06F9}"/>
          </ac:spMkLst>
        </pc:spChg>
        <pc:spChg chg="add del mod">
          <ac:chgData name="이호용" userId="af21a66d-2e9b-4c50-91f4-112262f0738c" providerId="ADAL" clId="{C7598DC2-8369-40F7-9FEB-938BCD0B7699}" dt="2021-06-06T13:45:00.239" v="190"/>
          <ac:spMkLst>
            <pc:docMk/>
            <pc:sldMk cId="3092199477" sldId="258"/>
            <ac:spMk id="21" creationId="{F909A877-14B7-4732-B461-45D2A8B9F6CE}"/>
          </ac:spMkLst>
        </pc:spChg>
        <pc:spChg chg="add del">
          <ac:chgData name="이호용" userId="af21a66d-2e9b-4c50-91f4-112262f0738c" providerId="ADAL" clId="{C7598DC2-8369-40F7-9FEB-938BCD0B7699}" dt="2021-06-06T13:45:35.061" v="192" actId="21"/>
          <ac:spMkLst>
            <pc:docMk/>
            <pc:sldMk cId="3092199477" sldId="258"/>
            <ac:spMk id="22" creationId="{D3238C91-22C5-436D-A3A0-5900F0168AA6}"/>
          </ac:spMkLst>
        </pc:spChg>
        <pc:spChg chg="add del mod">
          <ac:chgData name="이호용" userId="af21a66d-2e9b-4c50-91f4-112262f0738c" providerId="ADAL" clId="{C7598DC2-8369-40F7-9FEB-938BCD0B7699}" dt="2021-06-06T13:49:19.414" v="338" actId="478"/>
          <ac:spMkLst>
            <pc:docMk/>
            <pc:sldMk cId="3092199477" sldId="258"/>
            <ac:spMk id="23" creationId="{9A5413DF-D48C-467C-A117-7A1A9D071923}"/>
          </ac:spMkLst>
        </pc:spChg>
        <pc:spChg chg="add del mod">
          <ac:chgData name="이호용" userId="af21a66d-2e9b-4c50-91f4-112262f0738c" providerId="ADAL" clId="{C7598DC2-8369-40F7-9FEB-938BCD0B7699}" dt="2021-06-06T13:49:13.990" v="332" actId="478"/>
          <ac:spMkLst>
            <pc:docMk/>
            <pc:sldMk cId="3092199477" sldId="258"/>
            <ac:spMk id="25" creationId="{D7F363A8-DFFE-4153-AA7E-DA6414B16BE0}"/>
          </ac:spMkLst>
        </pc:spChg>
        <pc:picChg chg="add">
          <ac:chgData name="이호용" userId="af21a66d-2e9b-4c50-91f4-112262f0738c" providerId="ADAL" clId="{C7598DC2-8369-40F7-9FEB-938BCD0B7699}" dt="2021-06-06T13:49:30.493" v="342" actId="22"/>
          <ac:picMkLst>
            <pc:docMk/>
            <pc:sldMk cId="3092199477" sldId="258"/>
            <ac:picMk id="27" creationId="{CB72050A-7683-4496-8A96-B8F16FC299A9}"/>
          </ac:picMkLst>
        </pc:picChg>
        <pc:cxnChg chg="add del mod">
          <ac:chgData name="이호용" userId="af21a66d-2e9b-4c50-91f4-112262f0738c" providerId="ADAL" clId="{C7598DC2-8369-40F7-9FEB-938BCD0B7699}" dt="2021-06-06T13:49:16.991" v="334" actId="478"/>
          <ac:cxnSpMkLst>
            <pc:docMk/>
            <pc:sldMk cId="3092199477" sldId="258"/>
            <ac:cxnSpMk id="6" creationId="{3F9FC8F5-E21E-4390-861F-94A9FF610CF5}"/>
          </ac:cxnSpMkLst>
        </pc:cxnChg>
        <pc:cxnChg chg="add del mod">
          <ac:chgData name="이호용" userId="af21a66d-2e9b-4c50-91f4-112262f0738c" providerId="ADAL" clId="{C7598DC2-8369-40F7-9FEB-938BCD0B7699}" dt="2021-06-06T13:49:18.080" v="336" actId="478"/>
          <ac:cxnSpMkLst>
            <pc:docMk/>
            <pc:sldMk cId="3092199477" sldId="258"/>
            <ac:cxnSpMk id="7" creationId="{A5E7C342-4850-4705-91B7-24A5AB8873B0}"/>
          </ac:cxnSpMkLst>
        </pc:cxnChg>
        <pc:cxnChg chg="add del mod">
          <ac:chgData name="이호용" userId="af21a66d-2e9b-4c50-91f4-112262f0738c" providerId="ADAL" clId="{C7598DC2-8369-40F7-9FEB-938BCD0B7699}" dt="2021-06-06T13:49:18.986" v="337" actId="478"/>
          <ac:cxnSpMkLst>
            <pc:docMk/>
            <pc:sldMk cId="3092199477" sldId="258"/>
            <ac:cxnSpMk id="8" creationId="{9C4D327C-E8D6-489A-852A-6A0C5F7B327E}"/>
          </ac:cxnSpMkLst>
        </pc:cxnChg>
        <pc:cxnChg chg="add del mod">
          <ac:chgData name="이호용" userId="af21a66d-2e9b-4c50-91f4-112262f0738c" providerId="ADAL" clId="{C7598DC2-8369-40F7-9FEB-938BCD0B7699}" dt="2021-06-06T13:44:44.272" v="186" actId="478"/>
          <ac:cxnSpMkLst>
            <pc:docMk/>
            <pc:sldMk cId="3092199477" sldId="258"/>
            <ac:cxnSpMk id="17" creationId="{DDEB721F-16CD-4F77-AAF9-5D5825D88F98}"/>
          </ac:cxnSpMkLst>
        </pc:cxnChg>
      </pc:sldChg>
      <pc:sldChg chg="addSp delSp modSp new del mod">
        <pc:chgData name="이호용" userId="af21a66d-2e9b-4c50-91f4-112262f0738c" providerId="ADAL" clId="{C7598DC2-8369-40F7-9FEB-938BCD0B7699}" dt="2021-06-11T12:48:04.390" v="4063" actId="47"/>
        <pc:sldMkLst>
          <pc:docMk/>
          <pc:sldMk cId="1904465358" sldId="259"/>
        </pc:sldMkLst>
        <pc:spChg chg="add mod">
          <ac:chgData name="이호용" userId="af21a66d-2e9b-4c50-91f4-112262f0738c" providerId="ADAL" clId="{C7598DC2-8369-40F7-9FEB-938BCD0B7699}" dt="2021-06-07T08:33:13.778" v="1912" actId="1076"/>
          <ac:spMkLst>
            <pc:docMk/>
            <pc:sldMk cId="1904465358" sldId="259"/>
            <ac:spMk id="7" creationId="{CFFE1259-0F32-4B9B-88B3-DE4848A059AE}"/>
          </ac:spMkLst>
        </pc:spChg>
        <pc:spChg chg="add mod">
          <ac:chgData name="이호용" userId="af21a66d-2e9b-4c50-91f4-112262f0738c" providerId="ADAL" clId="{C7598DC2-8369-40F7-9FEB-938BCD0B7699}" dt="2021-06-07T08:32:13.854" v="1906" actId="1076"/>
          <ac:spMkLst>
            <pc:docMk/>
            <pc:sldMk cId="1904465358" sldId="259"/>
            <ac:spMk id="16" creationId="{EE4487C1-1328-4716-84F9-1CCD9EA2D443}"/>
          </ac:spMkLst>
        </pc:spChg>
        <pc:spChg chg="add mod">
          <ac:chgData name="이호용" userId="af21a66d-2e9b-4c50-91f4-112262f0738c" providerId="ADAL" clId="{C7598DC2-8369-40F7-9FEB-938BCD0B7699}" dt="2021-06-06T15:20:09.288" v="1811" actId="1076"/>
          <ac:spMkLst>
            <pc:docMk/>
            <pc:sldMk cId="1904465358" sldId="259"/>
            <ac:spMk id="36" creationId="{D5C83458-DE9E-48AD-BE3E-0D8F841DC2B5}"/>
          </ac:spMkLst>
        </pc:spChg>
        <pc:spChg chg="add mod">
          <ac:chgData name="이호용" userId="af21a66d-2e9b-4c50-91f4-112262f0738c" providerId="ADAL" clId="{C7598DC2-8369-40F7-9FEB-938BCD0B7699}" dt="2021-06-06T15:20:05.806" v="1810" actId="1076"/>
          <ac:spMkLst>
            <pc:docMk/>
            <pc:sldMk cId="1904465358" sldId="259"/>
            <ac:spMk id="37" creationId="{1E36EF17-2168-4DBF-A9EC-E9A5F956303B}"/>
          </ac:spMkLst>
        </pc:spChg>
        <pc:spChg chg="add mod">
          <ac:chgData name="이호용" userId="af21a66d-2e9b-4c50-91f4-112262f0738c" providerId="ADAL" clId="{C7598DC2-8369-40F7-9FEB-938BCD0B7699}" dt="2021-06-06T15:20:13.565" v="1812" actId="1076"/>
          <ac:spMkLst>
            <pc:docMk/>
            <pc:sldMk cId="1904465358" sldId="259"/>
            <ac:spMk id="38" creationId="{EC491C07-A38F-4379-AF09-D53092DD9285}"/>
          </ac:spMkLst>
        </pc:spChg>
        <pc:spChg chg="add del mod">
          <ac:chgData name="이호용" userId="af21a66d-2e9b-4c50-91f4-112262f0738c" providerId="ADAL" clId="{C7598DC2-8369-40F7-9FEB-938BCD0B7699}" dt="2021-06-07T08:32:29.698" v="1907" actId="478"/>
          <ac:spMkLst>
            <pc:docMk/>
            <pc:sldMk cId="1904465358" sldId="259"/>
            <ac:spMk id="39" creationId="{B613EE16-3BCA-4B25-A6A3-0257AD9D38AA}"/>
          </ac:spMkLst>
        </pc:spChg>
        <pc:spChg chg="add mod">
          <ac:chgData name="이호용" userId="af21a66d-2e9b-4c50-91f4-112262f0738c" providerId="ADAL" clId="{C7598DC2-8369-40F7-9FEB-938BCD0B7699}" dt="2021-06-07T08:33:35.565" v="1918" actId="20577"/>
          <ac:spMkLst>
            <pc:docMk/>
            <pc:sldMk cId="1904465358" sldId="259"/>
            <ac:spMk id="41" creationId="{496DDEDC-5829-4C76-A971-03DAF23A0E85}"/>
          </ac:spMkLst>
        </pc:spChg>
        <pc:spChg chg="add mod">
          <ac:chgData name="이호용" userId="af21a66d-2e9b-4c50-91f4-112262f0738c" providerId="ADAL" clId="{C7598DC2-8369-40F7-9FEB-938BCD0B7699}" dt="2021-06-07T08:33:53.888" v="1920" actId="1076"/>
          <ac:spMkLst>
            <pc:docMk/>
            <pc:sldMk cId="1904465358" sldId="259"/>
            <ac:spMk id="43" creationId="{207F38AA-7140-4913-9F89-77209599AD86}"/>
          </ac:spMkLst>
        </pc:spChg>
        <pc:spChg chg="add mod">
          <ac:chgData name="이호용" userId="af21a66d-2e9b-4c50-91f4-112262f0738c" providerId="ADAL" clId="{C7598DC2-8369-40F7-9FEB-938BCD0B7699}" dt="2021-06-07T08:34:23.217" v="1931" actId="1076"/>
          <ac:spMkLst>
            <pc:docMk/>
            <pc:sldMk cId="1904465358" sldId="259"/>
            <ac:spMk id="45" creationId="{46A02E20-A755-4A17-B2AF-36822A7A24ED}"/>
          </ac:spMkLst>
        </pc:spChg>
        <pc:spChg chg="add mod">
          <ac:chgData name="이호용" userId="af21a66d-2e9b-4c50-91f4-112262f0738c" providerId="ADAL" clId="{C7598DC2-8369-40F7-9FEB-938BCD0B7699}" dt="2021-06-06T15:20:21.419" v="1814" actId="1076"/>
          <ac:spMkLst>
            <pc:docMk/>
            <pc:sldMk cId="1904465358" sldId="259"/>
            <ac:spMk id="51" creationId="{8B33476C-87D6-4489-AB9C-EEA37057C7B5}"/>
          </ac:spMkLst>
        </pc:spChg>
        <pc:spChg chg="add mod">
          <ac:chgData name="이호용" userId="af21a66d-2e9b-4c50-91f4-112262f0738c" providerId="ADAL" clId="{C7598DC2-8369-40F7-9FEB-938BCD0B7699}" dt="2021-06-06T15:20:18.407" v="1813" actId="1076"/>
          <ac:spMkLst>
            <pc:docMk/>
            <pc:sldMk cId="1904465358" sldId="259"/>
            <ac:spMk id="54" creationId="{236B78A3-4627-4540-BF42-800F27C1FED7}"/>
          </ac:spMkLst>
        </pc:spChg>
        <pc:picChg chg="add mod">
          <ac:chgData name="이호용" userId="af21a66d-2e9b-4c50-91f4-112262f0738c" providerId="ADAL" clId="{C7598DC2-8369-40F7-9FEB-938BCD0B7699}" dt="2021-06-06T14:02:15.992" v="348" actId="1076"/>
          <ac:picMkLst>
            <pc:docMk/>
            <pc:sldMk cId="1904465358" sldId="259"/>
            <ac:picMk id="3" creationId="{752B414F-A29A-4EE9-A226-B13A061210AD}"/>
          </ac:picMkLst>
        </pc:picChg>
        <pc:picChg chg="add mod">
          <ac:chgData name="이호용" userId="af21a66d-2e9b-4c50-91f4-112262f0738c" providerId="ADAL" clId="{C7598DC2-8369-40F7-9FEB-938BCD0B7699}" dt="2021-06-06T14:11:23.204" v="352" actId="1076"/>
          <ac:picMkLst>
            <pc:docMk/>
            <pc:sldMk cId="1904465358" sldId="259"/>
            <ac:picMk id="5" creationId="{026D4DF7-0156-4D62-B4F6-11B9FCC0E2D9}"/>
          </ac:picMkLst>
        </pc:picChg>
        <pc:cxnChg chg="add mod">
          <ac:chgData name="이호용" userId="af21a66d-2e9b-4c50-91f4-112262f0738c" providerId="ADAL" clId="{C7598DC2-8369-40F7-9FEB-938BCD0B7699}" dt="2021-06-06T16:42:47.924" v="1902" actId="1582"/>
          <ac:cxnSpMkLst>
            <pc:docMk/>
            <pc:sldMk cId="1904465358" sldId="259"/>
            <ac:cxnSpMk id="4" creationId="{3B8D6D2D-9000-4564-9BE8-038115D647F1}"/>
          </ac:cxnSpMkLst>
        </pc:cxnChg>
        <pc:cxnChg chg="add del">
          <ac:chgData name="이호용" userId="af21a66d-2e9b-4c50-91f4-112262f0738c" providerId="ADAL" clId="{C7598DC2-8369-40F7-9FEB-938BCD0B7699}" dt="2021-06-06T14:11:38.833" v="354" actId="11529"/>
          <ac:cxnSpMkLst>
            <pc:docMk/>
            <pc:sldMk cId="1904465358" sldId="259"/>
            <ac:cxnSpMk id="7" creationId="{2ED11B44-2E91-441C-AEB0-8FB2FA7D5563}"/>
          </ac:cxnSpMkLst>
        </pc:cxnChg>
        <pc:cxnChg chg="add del">
          <ac:chgData name="이호용" userId="af21a66d-2e9b-4c50-91f4-112262f0738c" providerId="ADAL" clId="{C7598DC2-8369-40F7-9FEB-938BCD0B7699}" dt="2021-06-06T14:11:50.334" v="356" actId="11529"/>
          <ac:cxnSpMkLst>
            <pc:docMk/>
            <pc:sldMk cId="1904465358" sldId="259"/>
            <ac:cxnSpMk id="9" creationId="{9ED9F09A-3A1C-4CFA-A13E-66D04ED06B2A}"/>
          </ac:cxnSpMkLst>
        </pc:cxnChg>
        <pc:cxnChg chg="add mod">
          <ac:chgData name="이호용" userId="af21a66d-2e9b-4c50-91f4-112262f0738c" providerId="ADAL" clId="{C7598DC2-8369-40F7-9FEB-938BCD0B7699}" dt="2021-06-06T14:12:21.262" v="361" actId="208"/>
          <ac:cxnSpMkLst>
            <pc:docMk/>
            <pc:sldMk cId="1904465358" sldId="259"/>
            <ac:cxnSpMk id="11" creationId="{08C02FD2-8945-4051-A0E9-7E9BD6742A5E}"/>
          </ac:cxnSpMkLst>
        </pc:cxnChg>
        <pc:cxnChg chg="add mod">
          <ac:chgData name="이호용" userId="af21a66d-2e9b-4c50-91f4-112262f0738c" providerId="ADAL" clId="{C7598DC2-8369-40F7-9FEB-938BCD0B7699}" dt="2021-06-06T14:12:21.262" v="361" actId="208"/>
          <ac:cxnSpMkLst>
            <pc:docMk/>
            <pc:sldMk cId="1904465358" sldId="259"/>
            <ac:cxnSpMk id="13" creationId="{CFE159F3-0092-4709-B93D-A747A12CC379}"/>
          </ac:cxnSpMkLst>
        </pc:cxnChg>
        <pc:cxnChg chg="add mod">
          <ac:chgData name="이호용" userId="af21a66d-2e9b-4c50-91f4-112262f0738c" providerId="ADAL" clId="{C7598DC2-8369-40F7-9FEB-938BCD0B7699}" dt="2021-06-06T14:12:21.262" v="361" actId="208"/>
          <ac:cxnSpMkLst>
            <pc:docMk/>
            <pc:sldMk cId="1904465358" sldId="259"/>
            <ac:cxnSpMk id="15" creationId="{E2B215FE-014D-43AA-97D3-B624BBE6ACD9}"/>
          </ac:cxnSpMkLst>
        </pc:cxnChg>
        <pc:cxnChg chg="add mod">
          <ac:chgData name="이호용" userId="af21a66d-2e9b-4c50-91f4-112262f0738c" providerId="ADAL" clId="{C7598DC2-8369-40F7-9FEB-938BCD0B7699}" dt="2021-06-06T15:15:01.785" v="1782" actId="14100"/>
          <ac:cxnSpMkLst>
            <pc:docMk/>
            <pc:sldMk cId="1904465358" sldId="259"/>
            <ac:cxnSpMk id="18" creationId="{413595F5-433B-4C50-B83D-B73982138105}"/>
          </ac:cxnSpMkLst>
        </pc:cxnChg>
        <pc:cxnChg chg="add">
          <ac:chgData name="이호용" userId="af21a66d-2e9b-4c50-91f4-112262f0738c" providerId="ADAL" clId="{C7598DC2-8369-40F7-9FEB-938BCD0B7699}" dt="2021-06-06T15:14:59.187" v="1781" actId="11529"/>
          <ac:cxnSpMkLst>
            <pc:docMk/>
            <pc:sldMk cId="1904465358" sldId="259"/>
            <ac:cxnSpMk id="20" creationId="{D43B1241-D67E-466F-97CD-38BF2781B5CB}"/>
          </ac:cxnSpMkLst>
        </pc:cxnChg>
        <pc:cxnChg chg="add">
          <ac:chgData name="이호용" userId="af21a66d-2e9b-4c50-91f4-112262f0738c" providerId="ADAL" clId="{C7598DC2-8369-40F7-9FEB-938BCD0B7699}" dt="2021-06-06T15:15:07.226" v="1783" actId="11529"/>
          <ac:cxnSpMkLst>
            <pc:docMk/>
            <pc:sldMk cId="1904465358" sldId="259"/>
            <ac:cxnSpMk id="23" creationId="{5A2D0424-A45B-4177-868A-8AC6A8A710CD}"/>
          </ac:cxnSpMkLst>
        </pc:cxnChg>
        <pc:cxnChg chg="add">
          <ac:chgData name="이호용" userId="af21a66d-2e9b-4c50-91f4-112262f0738c" providerId="ADAL" clId="{C7598DC2-8369-40F7-9FEB-938BCD0B7699}" dt="2021-06-06T15:15:19.557" v="1784" actId="11529"/>
          <ac:cxnSpMkLst>
            <pc:docMk/>
            <pc:sldMk cId="1904465358" sldId="259"/>
            <ac:cxnSpMk id="25" creationId="{17A39724-038F-41C2-869E-80F1F1D072C3}"/>
          </ac:cxnSpMkLst>
        </pc:cxnChg>
        <pc:cxnChg chg="add">
          <ac:chgData name="이호용" userId="af21a66d-2e9b-4c50-91f4-112262f0738c" providerId="ADAL" clId="{C7598DC2-8369-40F7-9FEB-938BCD0B7699}" dt="2021-06-06T15:15:24.834" v="1785" actId="11529"/>
          <ac:cxnSpMkLst>
            <pc:docMk/>
            <pc:sldMk cId="1904465358" sldId="259"/>
            <ac:cxnSpMk id="27" creationId="{C549ACAF-A551-4846-BFE3-197CFB4CF855}"/>
          </ac:cxnSpMkLst>
        </pc:cxnChg>
        <pc:cxnChg chg="add">
          <ac:chgData name="이호용" userId="af21a66d-2e9b-4c50-91f4-112262f0738c" providerId="ADAL" clId="{C7598DC2-8369-40F7-9FEB-938BCD0B7699}" dt="2021-06-06T15:15:28.759" v="1786" actId="11529"/>
          <ac:cxnSpMkLst>
            <pc:docMk/>
            <pc:sldMk cId="1904465358" sldId="259"/>
            <ac:cxnSpMk id="29" creationId="{5131F28F-CC91-4998-8AD3-E2C2FD9A348F}"/>
          </ac:cxnSpMkLst>
        </pc:cxnChg>
        <pc:cxnChg chg="add">
          <ac:chgData name="이호용" userId="af21a66d-2e9b-4c50-91f4-112262f0738c" providerId="ADAL" clId="{C7598DC2-8369-40F7-9FEB-938BCD0B7699}" dt="2021-06-06T15:15:33.616" v="1787" actId="11529"/>
          <ac:cxnSpMkLst>
            <pc:docMk/>
            <pc:sldMk cId="1904465358" sldId="259"/>
            <ac:cxnSpMk id="31" creationId="{D5EA8E2B-7D5D-4180-AF66-359159280EB7}"/>
          </ac:cxnSpMkLst>
        </pc:cxnChg>
        <pc:cxnChg chg="add mod">
          <ac:chgData name="이호용" userId="af21a66d-2e9b-4c50-91f4-112262f0738c" providerId="ADAL" clId="{C7598DC2-8369-40F7-9FEB-938BCD0B7699}" dt="2021-06-06T16:06:41.805" v="1897" actId="1076"/>
          <ac:cxnSpMkLst>
            <pc:docMk/>
            <pc:sldMk cId="1904465358" sldId="259"/>
            <ac:cxnSpMk id="32" creationId="{62C25AD6-39E4-4AA4-AF39-48743DF3A440}"/>
          </ac:cxnSpMkLst>
        </pc:cxnChg>
        <pc:cxnChg chg="add">
          <ac:chgData name="이호용" userId="af21a66d-2e9b-4c50-91f4-112262f0738c" providerId="ADAL" clId="{C7598DC2-8369-40F7-9FEB-938BCD0B7699}" dt="2021-06-06T15:15:37.346" v="1788" actId="11529"/>
          <ac:cxnSpMkLst>
            <pc:docMk/>
            <pc:sldMk cId="1904465358" sldId="259"/>
            <ac:cxnSpMk id="33" creationId="{7652EFE9-AA80-490A-A4D5-5AD8C5A82433}"/>
          </ac:cxnSpMkLst>
        </pc:cxnChg>
        <pc:cxnChg chg="add">
          <ac:chgData name="이호용" userId="af21a66d-2e9b-4c50-91f4-112262f0738c" providerId="ADAL" clId="{C7598DC2-8369-40F7-9FEB-938BCD0B7699}" dt="2021-06-06T15:15:41.926" v="1789" actId="11529"/>
          <ac:cxnSpMkLst>
            <pc:docMk/>
            <pc:sldMk cId="1904465358" sldId="259"/>
            <ac:cxnSpMk id="35" creationId="{4F438719-429D-4B6F-A202-6775B42FDA2B}"/>
          </ac:cxnSpMkLst>
        </pc:cxnChg>
        <pc:cxnChg chg="add">
          <ac:chgData name="이호용" userId="af21a66d-2e9b-4c50-91f4-112262f0738c" providerId="ADAL" clId="{C7598DC2-8369-40F7-9FEB-938BCD0B7699}" dt="2021-06-06T15:17:59.340" v="1797" actId="11529"/>
          <ac:cxnSpMkLst>
            <pc:docMk/>
            <pc:sldMk cId="1904465358" sldId="259"/>
            <ac:cxnSpMk id="40" creationId="{10D0913B-FABB-4A77-B3E5-F6CE0644DBCB}"/>
          </ac:cxnSpMkLst>
        </pc:cxnChg>
        <pc:cxnChg chg="add">
          <ac:chgData name="이호용" userId="af21a66d-2e9b-4c50-91f4-112262f0738c" providerId="ADAL" clId="{C7598DC2-8369-40F7-9FEB-938BCD0B7699}" dt="2021-06-06T15:18:07.212" v="1798" actId="11529"/>
          <ac:cxnSpMkLst>
            <pc:docMk/>
            <pc:sldMk cId="1904465358" sldId="259"/>
            <ac:cxnSpMk id="42" creationId="{131874BC-E5C2-4120-8B01-E42F33274011}"/>
          </ac:cxnSpMkLst>
        </pc:cxnChg>
        <pc:cxnChg chg="add">
          <ac:chgData name="이호용" userId="af21a66d-2e9b-4c50-91f4-112262f0738c" providerId="ADAL" clId="{C7598DC2-8369-40F7-9FEB-938BCD0B7699}" dt="2021-06-06T15:18:13.576" v="1799" actId="11529"/>
          <ac:cxnSpMkLst>
            <pc:docMk/>
            <pc:sldMk cId="1904465358" sldId="259"/>
            <ac:cxnSpMk id="44" creationId="{67A33DA1-B0AC-491C-B733-1C8840109F0F}"/>
          </ac:cxnSpMkLst>
        </pc:cxnChg>
        <pc:cxnChg chg="add">
          <ac:chgData name="이호용" userId="af21a66d-2e9b-4c50-91f4-112262f0738c" providerId="ADAL" clId="{C7598DC2-8369-40F7-9FEB-938BCD0B7699}" dt="2021-06-06T15:18:17.894" v="1800" actId="11529"/>
          <ac:cxnSpMkLst>
            <pc:docMk/>
            <pc:sldMk cId="1904465358" sldId="259"/>
            <ac:cxnSpMk id="46" creationId="{5B13CB43-DC68-455E-9267-F03AAA0B69C6}"/>
          </ac:cxnSpMkLst>
        </pc:cxnChg>
        <pc:cxnChg chg="add">
          <ac:chgData name="이호용" userId="af21a66d-2e9b-4c50-91f4-112262f0738c" providerId="ADAL" clId="{C7598DC2-8369-40F7-9FEB-938BCD0B7699}" dt="2021-06-06T15:18:22.504" v="1801" actId="11529"/>
          <ac:cxnSpMkLst>
            <pc:docMk/>
            <pc:sldMk cId="1904465358" sldId="259"/>
            <ac:cxnSpMk id="48" creationId="{0A8D221C-1205-4F0F-9A5B-0C6F908F1139}"/>
          </ac:cxnSpMkLst>
        </pc:cxnChg>
        <pc:cxnChg chg="add">
          <ac:chgData name="이호용" userId="af21a66d-2e9b-4c50-91f4-112262f0738c" providerId="ADAL" clId="{C7598DC2-8369-40F7-9FEB-938BCD0B7699}" dt="2021-06-06T15:18:26.559" v="1802" actId="11529"/>
          <ac:cxnSpMkLst>
            <pc:docMk/>
            <pc:sldMk cId="1904465358" sldId="259"/>
            <ac:cxnSpMk id="50" creationId="{E97B883D-464A-410B-AA05-55A64FE4DC03}"/>
          </ac:cxnSpMkLst>
        </pc:cxnChg>
        <pc:cxnChg chg="add">
          <ac:chgData name="이호용" userId="af21a66d-2e9b-4c50-91f4-112262f0738c" providerId="ADAL" clId="{C7598DC2-8369-40F7-9FEB-938BCD0B7699}" dt="2021-06-06T15:19:26.894" v="1805" actId="11529"/>
          <ac:cxnSpMkLst>
            <pc:docMk/>
            <pc:sldMk cId="1904465358" sldId="259"/>
            <ac:cxnSpMk id="53" creationId="{A8B96530-AB88-4340-A761-0FB28D8745BC}"/>
          </ac:cxnSpMkLst>
        </pc:cxnChg>
        <pc:cxnChg chg="add">
          <ac:chgData name="이호용" userId="af21a66d-2e9b-4c50-91f4-112262f0738c" providerId="ADAL" clId="{C7598DC2-8369-40F7-9FEB-938BCD0B7699}" dt="2021-06-06T15:19:36.453" v="1808" actId="11529"/>
          <ac:cxnSpMkLst>
            <pc:docMk/>
            <pc:sldMk cId="1904465358" sldId="259"/>
            <ac:cxnSpMk id="56" creationId="{19E84E7F-FED6-46C9-8F0F-13987F0300BD}"/>
          </ac:cxnSpMkLst>
        </pc:cxnChg>
        <pc:cxnChg chg="add">
          <ac:chgData name="이호용" userId="af21a66d-2e9b-4c50-91f4-112262f0738c" providerId="ADAL" clId="{C7598DC2-8369-40F7-9FEB-938BCD0B7699}" dt="2021-06-06T15:19:41.923" v="1809" actId="11529"/>
          <ac:cxnSpMkLst>
            <pc:docMk/>
            <pc:sldMk cId="1904465358" sldId="259"/>
            <ac:cxnSpMk id="58" creationId="{396E0905-F23A-4A92-8992-2F1D77F7C4E4}"/>
          </ac:cxnSpMkLst>
        </pc:cxnChg>
      </pc:sldChg>
      <pc:sldChg chg="addSp delSp modSp new del mod setBg">
        <pc:chgData name="이호용" userId="af21a66d-2e9b-4c50-91f4-112262f0738c" providerId="ADAL" clId="{C7598DC2-8369-40F7-9FEB-938BCD0B7699}" dt="2021-06-11T12:48:05.963" v="4064" actId="47"/>
        <pc:sldMkLst>
          <pc:docMk/>
          <pc:sldMk cId="1145016528" sldId="260"/>
        </pc:sldMkLst>
        <pc:spChg chg="add mod">
          <ac:chgData name="이호용" userId="af21a66d-2e9b-4c50-91f4-112262f0738c" providerId="ADAL" clId="{C7598DC2-8369-40F7-9FEB-938BCD0B7699}" dt="2021-06-07T08:38:55.398" v="1935" actId="1076"/>
          <ac:spMkLst>
            <pc:docMk/>
            <pc:sldMk cId="1145016528" sldId="260"/>
            <ac:spMk id="2" creationId="{DFEF46DE-CA1C-4F23-98AF-5678B3FD7BAE}"/>
          </ac:spMkLst>
        </pc:spChg>
        <pc:spChg chg="add del">
          <ac:chgData name="이호용" userId="af21a66d-2e9b-4c50-91f4-112262f0738c" providerId="ADAL" clId="{C7598DC2-8369-40F7-9FEB-938BCD0B7699}" dt="2021-06-06T14:15:50.339" v="365" actId="26606"/>
          <ac:spMkLst>
            <pc:docMk/>
            <pc:sldMk cId="1145016528" sldId="260"/>
            <ac:spMk id="8" creationId="{F3060C83-F051-4F0E-ABAD-AA0DFC48B218}"/>
          </ac:spMkLst>
        </pc:spChg>
        <pc:spChg chg="add del">
          <ac:chgData name="이호용" userId="af21a66d-2e9b-4c50-91f4-112262f0738c" providerId="ADAL" clId="{C7598DC2-8369-40F7-9FEB-938BCD0B7699}" dt="2021-06-06T14:15:50.339" v="365" actId="26606"/>
          <ac:spMkLst>
            <pc:docMk/>
            <pc:sldMk cId="1145016528" sldId="260"/>
            <ac:spMk id="10" creationId="{83C98ABE-055B-441F-B07E-44F97F083C39}"/>
          </ac:spMkLst>
        </pc:spChg>
        <pc:spChg chg="add del">
          <ac:chgData name="이호용" userId="af21a66d-2e9b-4c50-91f4-112262f0738c" providerId="ADAL" clId="{C7598DC2-8369-40F7-9FEB-938BCD0B7699}" dt="2021-06-06T14:15:50.339" v="365" actId="26606"/>
          <ac:spMkLst>
            <pc:docMk/>
            <pc:sldMk cId="1145016528" sldId="260"/>
            <ac:spMk id="12" creationId="{29FDB030-9B49-4CED-8CCD-4D99382388AC}"/>
          </ac:spMkLst>
        </pc:spChg>
        <pc:spChg chg="add del">
          <ac:chgData name="이호용" userId="af21a66d-2e9b-4c50-91f4-112262f0738c" providerId="ADAL" clId="{C7598DC2-8369-40F7-9FEB-938BCD0B7699}" dt="2021-06-06T14:15:50.339" v="365" actId="26606"/>
          <ac:spMkLst>
            <pc:docMk/>
            <pc:sldMk cId="1145016528" sldId="260"/>
            <ac:spMk id="14" creationId="{3783CA14-24A1-485C-8B30-D6A5D87987AD}"/>
          </ac:spMkLst>
        </pc:spChg>
        <pc:spChg chg="add del">
          <ac:chgData name="이호용" userId="af21a66d-2e9b-4c50-91f4-112262f0738c" providerId="ADAL" clId="{C7598DC2-8369-40F7-9FEB-938BCD0B7699}" dt="2021-06-06T14:15:50.339" v="365" actId="26606"/>
          <ac:spMkLst>
            <pc:docMk/>
            <pc:sldMk cId="1145016528" sldId="260"/>
            <ac:spMk id="16" creationId="{9A97C86A-04D6-40F7-AE84-31AB43E6A846}"/>
          </ac:spMkLst>
        </pc:spChg>
        <pc:spChg chg="add del">
          <ac:chgData name="이호용" userId="af21a66d-2e9b-4c50-91f4-112262f0738c" providerId="ADAL" clId="{C7598DC2-8369-40F7-9FEB-938BCD0B7699}" dt="2021-06-06T14:15:50.339" v="365" actId="26606"/>
          <ac:spMkLst>
            <pc:docMk/>
            <pc:sldMk cId="1145016528" sldId="260"/>
            <ac:spMk id="18" creationId="{FF9F2414-84E8-453E-B1F3-389FDE8192D9}"/>
          </ac:spMkLst>
        </pc:spChg>
        <pc:spChg chg="add del">
          <ac:chgData name="이호용" userId="af21a66d-2e9b-4c50-91f4-112262f0738c" providerId="ADAL" clId="{C7598DC2-8369-40F7-9FEB-938BCD0B7699}" dt="2021-06-06T14:15:50.339" v="365" actId="26606"/>
          <ac:spMkLst>
            <pc:docMk/>
            <pc:sldMk cId="1145016528" sldId="260"/>
            <ac:spMk id="20" creationId="{3ECA69A1-7536-43AC-85EF-C7106179F5ED}"/>
          </ac:spMkLst>
        </pc:spChg>
        <pc:spChg chg="add mod">
          <ac:chgData name="이호용" userId="af21a66d-2e9b-4c50-91f4-112262f0738c" providerId="ADAL" clId="{C7598DC2-8369-40F7-9FEB-938BCD0B7699}" dt="2021-06-07T08:39:03.713" v="1938" actId="1076"/>
          <ac:spMkLst>
            <pc:docMk/>
            <pc:sldMk cId="1145016528" sldId="260"/>
            <ac:spMk id="57" creationId="{B74EBD08-328C-46A7-89BA-188644C2461B}"/>
          </ac:spMkLst>
        </pc:spChg>
        <pc:spChg chg="add mod">
          <ac:chgData name="이호용" userId="af21a66d-2e9b-4c50-91f4-112262f0738c" providerId="ADAL" clId="{C7598DC2-8369-40F7-9FEB-938BCD0B7699}" dt="2021-06-07T08:39:12.600" v="1940" actId="1076"/>
          <ac:spMkLst>
            <pc:docMk/>
            <pc:sldMk cId="1145016528" sldId="260"/>
            <ac:spMk id="59" creationId="{68875EF0-EC96-457A-9ED0-BD97170D8E45}"/>
          </ac:spMkLst>
        </pc:spChg>
        <pc:spChg chg="add mod">
          <ac:chgData name="이호용" userId="af21a66d-2e9b-4c50-91f4-112262f0738c" providerId="ADAL" clId="{C7598DC2-8369-40F7-9FEB-938BCD0B7699}" dt="2021-06-06T15:24:46.094" v="1829" actId="1076"/>
          <ac:spMkLst>
            <pc:docMk/>
            <pc:sldMk cId="1145016528" sldId="260"/>
            <ac:spMk id="61" creationId="{621D47DF-AEED-4138-A0F5-A253DC1FBDF8}"/>
          </ac:spMkLst>
        </pc:spChg>
        <pc:spChg chg="add mod">
          <ac:chgData name="이호용" userId="af21a66d-2e9b-4c50-91f4-112262f0738c" providerId="ADAL" clId="{C7598DC2-8369-40F7-9FEB-938BCD0B7699}" dt="2021-06-06T15:24:50.415" v="1831" actId="1076"/>
          <ac:spMkLst>
            <pc:docMk/>
            <pc:sldMk cId="1145016528" sldId="260"/>
            <ac:spMk id="62" creationId="{D1B223BE-5E79-4757-908D-3A7EEEA0F6DC}"/>
          </ac:spMkLst>
        </pc:spChg>
        <pc:spChg chg="add mod">
          <ac:chgData name="이호용" userId="af21a66d-2e9b-4c50-91f4-112262f0738c" providerId="ADAL" clId="{C7598DC2-8369-40F7-9FEB-938BCD0B7699}" dt="2021-06-06T15:24:53.522" v="1833" actId="1076"/>
          <ac:spMkLst>
            <pc:docMk/>
            <pc:sldMk cId="1145016528" sldId="260"/>
            <ac:spMk id="63" creationId="{F49D04A0-AC77-4E90-A39B-BC47FA6771BA}"/>
          </ac:spMkLst>
        </pc:spChg>
        <pc:spChg chg="add mod">
          <ac:chgData name="이호용" userId="af21a66d-2e9b-4c50-91f4-112262f0738c" providerId="ADAL" clId="{C7598DC2-8369-40F7-9FEB-938BCD0B7699}" dt="2021-06-06T15:24:56.369" v="1835" actId="1076"/>
          <ac:spMkLst>
            <pc:docMk/>
            <pc:sldMk cId="1145016528" sldId="260"/>
            <ac:spMk id="64" creationId="{3D7E4951-EA16-4F89-9993-F62504862C14}"/>
          </ac:spMkLst>
        </pc:spChg>
        <pc:spChg chg="add mod">
          <ac:chgData name="이호용" userId="af21a66d-2e9b-4c50-91f4-112262f0738c" providerId="ADAL" clId="{C7598DC2-8369-40F7-9FEB-938BCD0B7699}" dt="2021-06-07T08:39:23.587" v="1942" actId="1076"/>
          <ac:spMkLst>
            <pc:docMk/>
            <pc:sldMk cId="1145016528" sldId="260"/>
            <ac:spMk id="65" creationId="{E4122A59-E955-4254-AFF7-9ADBEA33EBFE}"/>
          </ac:spMkLst>
        </pc:spChg>
        <pc:spChg chg="add mod">
          <ac:chgData name="이호용" userId="af21a66d-2e9b-4c50-91f4-112262f0738c" providerId="ADAL" clId="{C7598DC2-8369-40F7-9FEB-938BCD0B7699}" dt="2021-06-07T08:39:33.766" v="1944" actId="1076"/>
          <ac:spMkLst>
            <pc:docMk/>
            <pc:sldMk cId="1145016528" sldId="260"/>
            <ac:spMk id="67" creationId="{20129805-A1E7-4820-8DB5-FFAB89E9F7FB}"/>
          </ac:spMkLst>
        </pc:spChg>
        <pc:spChg chg="add mod">
          <ac:chgData name="이호용" userId="af21a66d-2e9b-4c50-91f4-112262f0738c" providerId="ADAL" clId="{C7598DC2-8369-40F7-9FEB-938BCD0B7699}" dt="2021-06-07T08:39:39.152" v="1946" actId="1076"/>
          <ac:spMkLst>
            <pc:docMk/>
            <pc:sldMk cId="1145016528" sldId="260"/>
            <ac:spMk id="69" creationId="{CEAAC46D-2B91-4C4C-A9CD-358C1A5C77D3}"/>
          </ac:spMkLst>
        </pc:spChg>
        <pc:spChg chg="add mod">
          <ac:chgData name="이호용" userId="af21a66d-2e9b-4c50-91f4-112262f0738c" providerId="ADAL" clId="{C7598DC2-8369-40F7-9FEB-938BCD0B7699}" dt="2021-06-07T08:40:24.786" v="1948" actId="1076"/>
          <ac:spMkLst>
            <pc:docMk/>
            <pc:sldMk cId="1145016528" sldId="260"/>
            <ac:spMk id="71" creationId="{57BB44E0-BF1F-42B3-8A36-DAF6D0A0B023}"/>
          </ac:spMkLst>
        </pc:spChg>
        <pc:spChg chg="add del">
          <ac:chgData name="이호용" userId="af21a66d-2e9b-4c50-91f4-112262f0738c" providerId="ADAL" clId="{C7598DC2-8369-40F7-9FEB-938BCD0B7699}" dt="2021-06-06T15:25:25.710" v="1843" actId="11529"/>
          <ac:spMkLst>
            <pc:docMk/>
            <pc:sldMk cId="1145016528" sldId="260"/>
            <ac:spMk id="73" creationId="{48EF1BD5-2BA6-4CE7-9A74-BB15D7C20F36}"/>
          </ac:spMkLst>
        </pc:spChg>
        <pc:spChg chg="add mod">
          <ac:chgData name="이호용" userId="af21a66d-2e9b-4c50-91f4-112262f0738c" providerId="ADAL" clId="{C7598DC2-8369-40F7-9FEB-938BCD0B7699}" dt="2021-06-07T08:40:35.539" v="1950" actId="1076"/>
          <ac:spMkLst>
            <pc:docMk/>
            <pc:sldMk cId="1145016528" sldId="260"/>
            <ac:spMk id="73" creationId="{8639E263-3954-4162-A502-B34910AC0796}"/>
          </ac:spMkLst>
        </pc:spChg>
        <pc:spChg chg="add mod">
          <ac:chgData name="이호용" userId="af21a66d-2e9b-4c50-91f4-112262f0738c" providerId="ADAL" clId="{C7598DC2-8369-40F7-9FEB-938BCD0B7699}" dt="2021-06-06T15:25:31.282" v="1845" actId="1076"/>
          <ac:spMkLst>
            <pc:docMk/>
            <pc:sldMk cId="1145016528" sldId="260"/>
            <ac:spMk id="74" creationId="{09DDC929-6C61-4DCF-9C4F-A568FB9A855E}"/>
          </ac:spMkLst>
        </pc:spChg>
        <pc:spChg chg="add mod">
          <ac:chgData name="이호용" userId="af21a66d-2e9b-4c50-91f4-112262f0738c" providerId="ADAL" clId="{C7598DC2-8369-40F7-9FEB-938BCD0B7699}" dt="2021-06-06T15:25:34.146" v="1847" actId="1076"/>
          <ac:spMkLst>
            <pc:docMk/>
            <pc:sldMk cId="1145016528" sldId="260"/>
            <ac:spMk id="75" creationId="{1C16B0D6-BBF4-46A4-9971-D2442A620FBC}"/>
          </ac:spMkLst>
        </pc:spChg>
        <pc:spChg chg="add mod">
          <ac:chgData name="이호용" userId="af21a66d-2e9b-4c50-91f4-112262f0738c" providerId="ADAL" clId="{C7598DC2-8369-40F7-9FEB-938BCD0B7699}" dt="2021-06-07T08:40:50.169" v="1956" actId="1076"/>
          <ac:spMkLst>
            <pc:docMk/>
            <pc:sldMk cId="1145016528" sldId="260"/>
            <ac:spMk id="76" creationId="{C8BFC9AE-93BE-4C9C-B52A-4E25294E9FA1}"/>
          </ac:spMkLst>
        </pc:spChg>
        <pc:spChg chg="add mod">
          <ac:chgData name="이호용" userId="af21a66d-2e9b-4c50-91f4-112262f0738c" providerId="ADAL" clId="{C7598DC2-8369-40F7-9FEB-938BCD0B7699}" dt="2021-06-06T15:28:52.506" v="1852" actId="1076"/>
          <ac:spMkLst>
            <pc:docMk/>
            <pc:sldMk cId="1145016528" sldId="260"/>
            <ac:spMk id="78" creationId="{004E13BE-6E34-463A-AB5C-2EE49FCC2414}"/>
          </ac:spMkLst>
        </pc:spChg>
        <pc:spChg chg="add mod">
          <ac:chgData name="이호용" userId="af21a66d-2e9b-4c50-91f4-112262f0738c" providerId="ADAL" clId="{C7598DC2-8369-40F7-9FEB-938BCD0B7699}" dt="2021-06-06T15:29:13.083" v="1857" actId="1076"/>
          <ac:spMkLst>
            <pc:docMk/>
            <pc:sldMk cId="1145016528" sldId="260"/>
            <ac:spMk id="85" creationId="{024B703E-F4D6-446D-856B-B8D2B062CC03}"/>
          </ac:spMkLst>
        </pc:spChg>
        <pc:spChg chg="add del">
          <ac:chgData name="이호용" userId="af21a66d-2e9b-4c50-91f4-112262f0738c" providerId="ADAL" clId="{C7598DC2-8369-40F7-9FEB-938BCD0B7699}" dt="2021-06-06T15:29:57.185" v="1861" actId="21"/>
          <ac:spMkLst>
            <pc:docMk/>
            <pc:sldMk cId="1145016528" sldId="260"/>
            <ac:spMk id="90" creationId="{88210A71-B142-4FC1-A8AF-878BA218A879}"/>
          </ac:spMkLst>
        </pc:spChg>
        <pc:spChg chg="add mod">
          <ac:chgData name="이호용" userId="af21a66d-2e9b-4c50-91f4-112262f0738c" providerId="ADAL" clId="{C7598DC2-8369-40F7-9FEB-938BCD0B7699}" dt="2021-06-06T15:30:00.971" v="1863" actId="1076"/>
          <ac:spMkLst>
            <pc:docMk/>
            <pc:sldMk cId="1145016528" sldId="260"/>
            <ac:spMk id="91" creationId="{CA793F23-E54C-410F-8FB1-4BD770ED9A1B}"/>
          </ac:spMkLst>
        </pc:spChg>
        <pc:spChg chg="add mod">
          <ac:chgData name="이호용" userId="af21a66d-2e9b-4c50-91f4-112262f0738c" providerId="ADAL" clId="{C7598DC2-8369-40F7-9FEB-938BCD0B7699}" dt="2021-06-06T15:30:17.130" v="1867" actId="1076"/>
          <ac:spMkLst>
            <pc:docMk/>
            <pc:sldMk cId="1145016528" sldId="260"/>
            <ac:spMk id="96" creationId="{24C5CF9F-1B84-4742-83E3-F36203569252}"/>
          </ac:spMkLst>
        </pc:spChg>
        <pc:spChg chg="add mod">
          <ac:chgData name="이호용" userId="af21a66d-2e9b-4c50-91f4-112262f0738c" providerId="ADAL" clId="{C7598DC2-8369-40F7-9FEB-938BCD0B7699}" dt="2021-06-06T15:30:26.114" v="1869" actId="1076"/>
          <ac:spMkLst>
            <pc:docMk/>
            <pc:sldMk cId="1145016528" sldId="260"/>
            <ac:spMk id="97" creationId="{2DD42309-A103-422E-A3B6-7C691BBFD00B}"/>
          </ac:spMkLst>
        </pc:spChg>
        <pc:spChg chg="add mod">
          <ac:chgData name="이호용" userId="af21a66d-2e9b-4c50-91f4-112262f0738c" providerId="ADAL" clId="{C7598DC2-8369-40F7-9FEB-938BCD0B7699}" dt="2021-06-06T15:30:52.856" v="1877" actId="1076"/>
          <ac:spMkLst>
            <pc:docMk/>
            <pc:sldMk cId="1145016528" sldId="260"/>
            <ac:spMk id="106" creationId="{C7E69F2E-E74F-4365-BFAC-5D93B1BE8663}"/>
          </ac:spMkLst>
        </pc:spChg>
        <pc:spChg chg="add mod">
          <ac:chgData name="이호용" userId="af21a66d-2e9b-4c50-91f4-112262f0738c" providerId="ADAL" clId="{C7598DC2-8369-40F7-9FEB-938BCD0B7699}" dt="2021-06-06T15:32:41.303" v="1882" actId="208"/>
          <ac:spMkLst>
            <pc:docMk/>
            <pc:sldMk cId="1145016528" sldId="260"/>
            <ac:spMk id="111" creationId="{BEAFEAA7-2AB6-4ED4-8C7E-7400F02AAF7A}"/>
          </ac:spMkLst>
        </pc:spChg>
        <pc:spChg chg="add mod">
          <ac:chgData name="이호용" userId="af21a66d-2e9b-4c50-91f4-112262f0738c" providerId="ADAL" clId="{C7598DC2-8369-40F7-9FEB-938BCD0B7699}" dt="2021-06-06T15:35:11.222" v="1893" actId="1076"/>
          <ac:spMkLst>
            <pc:docMk/>
            <pc:sldMk cId="1145016528" sldId="260"/>
            <ac:spMk id="118" creationId="{6B91570E-B39B-44AE-9A8D-02E4501B3DF3}"/>
          </ac:spMkLst>
        </pc:spChg>
        <pc:spChg chg="add mod">
          <ac:chgData name="이호용" userId="af21a66d-2e9b-4c50-91f4-112262f0738c" providerId="ADAL" clId="{C7598DC2-8369-40F7-9FEB-938BCD0B7699}" dt="2021-06-06T15:35:38.042" v="1895" actId="1076"/>
          <ac:spMkLst>
            <pc:docMk/>
            <pc:sldMk cId="1145016528" sldId="260"/>
            <ac:spMk id="119" creationId="{A3E59B8B-A304-4717-A71B-AF951CF298C1}"/>
          </ac:spMkLst>
        </pc:spChg>
        <pc:picChg chg="add del mod">
          <ac:chgData name="이호용" userId="af21a66d-2e9b-4c50-91f4-112262f0738c" providerId="ADAL" clId="{C7598DC2-8369-40F7-9FEB-938BCD0B7699}" dt="2021-06-06T15:12:16.698" v="1748" actId="478"/>
          <ac:picMkLst>
            <pc:docMk/>
            <pc:sldMk cId="1145016528" sldId="260"/>
            <ac:picMk id="3" creationId="{596997D6-B629-427E-9432-66112D8F1571}"/>
          </ac:picMkLst>
        </pc:picChg>
        <pc:picChg chg="add del mod">
          <ac:chgData name="이호용" userId="af21a66d-2e9b-4c50-91f4-112262f0738c" providerId="ADAL" clId="{C7598DC2-8369-40F7-9FEB-938BCD0B7699}" dt="2021-06-06T14:18:28.681" v="373" actId="21"/>
          <ac:picMkLst>
            <pc:docMk/>
            <pc:sldMk cId="1145016528" sldId="260"/>
            <ac:picMk id="5" creationId="{67492C6F-5B3B-4296-B987-5AB5DE65ED10}"/>
          </ac:picMkLst>
        </pc:picChg>
        <pc:picChg chg="add mod">
          <ac:chgData name="이호용" userId="af21a66d-2e9b-4c50-91f4-112262f0738c" providerId="ADAL" clId="{C7598DC2-8369-40F7-9FEB-938BCD0B7699}" dt="2021-06-06T15:12:27.128" v="1751" actId="1076"/>
          <ac:picMkLst>
            <pc:docMk/>
            <pc:sldMk cId="1145016528" sldId="260"/>
            <ac:picMk id="7" creationId="{4DBD3083-22C6-402E-91D1-9CEC8704B337}"/>
          </ac:picMkLst>
        </pc:picChg>
        <pc:picChg chg="add mod">
          <ac:chgData name="이호용" userId="af21a66d-2e9b-4c50-91f4-112262f0738c" providerId="ADAL" clId="{C7598DC2-8369-40F7-9FEB-938BCD0B7699}" dt="2021-06-06T15:12:38.614" v="1754" actId="1076"/>
          <ac:picMkLst>
            <pc:docMk/>
            <pc:sldMk cId="1145016528" sldId="260"/>
            <ac:picMk id="11" creationId="{A3218419-0BE2-4D41-8665-67AF9B7D3BDB}"/>
          </ac:picMkLst>
        </pc:picChg>
        <pc:picChg chg="add mod">
          <ac:chgData name="이호용" userId="af21a66d-2e9b-4c50-91f4-112262f0738c" providerId="ADAL" clId="{C7598DC2-8369-40F7-9FEB-938BCD0B7699}" dt="2021-06-06T15:12:56.814" v="1756" actId="1076"/>
          <ac:picMkLst>
            <pc:docMk/>
            <pc:sldMk cId="1145016528" sldId="260"/>
            <ac:picMk id="15" creationId="{DC5BB2CA-FC3A-4513-BBCB-2E97291DCC23}"/>
          </ac:picMkLst>
        </pc:picChg>
        <pc:picChg chg="add mod">
          <ac:chgData name="이호용" userId="af21a66d-2e9b-4c50-91f4-112262f0738c" providerId="ADAL" clId="{C7598DC2-8369-40F7-9FEB-938BCD0B7699}" dt="2021-06-06T15:13:07.682" v="1760" actId="1076"/>
          <ac:picMkLst>
            <pc:docMk/>
            <pc:sldMk cId="1145016528" sldId="260"/>
            <ac:picMk id="19" creationId="{8BEEBB6A-35A3-4F4E-B39B-B4275142A349}"/>
          </ac:picMkLst>
        </pc:picChg>
        <pc:cxnChg chg="add mod">
          <ac:chgData name="이호용" userId="af21a66d-2e9b-4c50-91f4-112262f0738c" providerId="ADAL" clId="{C7598DC2-8369-40F7-9FEB-938BCD0B7699}" dt="2021-06-06T15:14:23.835" v="1779" actId="1582"/>
          <ac:cxnSpMkLst>
            <pc:docMk/>
            <pc:sldMk cId="1145016528" sldId="260"/>
            <ac:cxnSpMk id="22" creationId="{AC60F121-94CE-4221-B87B-23BFFA647539}"/>
          </ac:cxnSpMkLst>
        </pc:cxnChg>
        <pc:cxnChg chg="add mod">
          <ac:chgData name="이호용" userId="af21a66d-2e9b-4c50-91f4-112262f0738c" providerId="ADAL" clId="{C7598DC2-8369-40F7-9FEB-938BCD0B7699}" dt="2021-06-06T15:14:23.835" v="1779" actId="1582"/>
          <ac:cxnSpMkLst>
            <pc:docMk/>
            <pc:sldMk cId="1145016528" sldId="260"/>
            <ac:cxnSpMk id="24" creationId="{230F8439-6EA1-47DC-93BE-197F4BC0434E}"/>
          </ac:cxnSpMkLst>
        </pc:cxnChg>
        <pc:cxnChg chg="add mod">
          <ac:chgData name="이호용" userId="af21a66d-2e9b-4c50-91f4-112262f0738c" providerId="ADAL" clId="{C7598DC2-8369-40F7-9FEB-938BCD0B7699}" dt="2021-06-06T15:14:23.835" v="1779" actId="1582"/>
          <ac:cxnSpMkLst>
            <pc:docMk/>
            <pc:sldMk cId="1145016528" sldId="260"/>
            <ac:cxnSpMk id="26" creationId="{0077CC88-DE48-49A2-8B53-423A50B2A7F1}"/>
          </ac:cxnSpMkLst>
        </pc:cxnChg>
        <pc:cxnChg chg="add mod">
          <ac:chgData name="이호용" userId="af21a66d-2e9b-4c50-91f4-112262f0738c" providerId="ADAL" clId="{C7598DC2-8369-40F7-9FEB-938BCD0B7699}" dt="2021-06-06T15:14:23.835" v="1779" actId="1582"/>
          <ac:cxnSpMkLst>
            <pc:docMk/>
            <pc:sldMk cId="1145016528" sldId="260"/>
            <ac:cxnSpMk id="28" creationId="{FA870103-21FD-4F53-B8CA-8BCC47C3A3BB}"/>
          </ac:cxnSpMkLst>
        </pc:cxnChg>
        <pc:cxnChg chg="add mod">
          <ac:chgData name="이호용" userId="af21a66d-2e9b-4c50-91f4-112262f0738c" providerId="ADAL" clId="{C7598DC2-8369-40F7-9FEB-938BCD0B7699}" dt="2021-06-06T15:14:23.835" v="1779" actId="1582"/>
          <ac:cxnSpMkLst>
            <pc:docMk/>
            <pc:sldMk cId="1145016528" sldId="260"/>
            <ac:cxnSpMk id="30" creationId="{C5F8EB1B-3292-44CF-A8D4-C2DAB1104B62}"/>
          </ac:cxnSpMkLst>
        </pc:cxnChg>
        <pc:cxnChg chg="add mod">
          <ac:chgData name="이호용" userId="af21a66d-2e9b-4c50-91f4-112262f0738c" providerId="ADAL" clId="{C7598DC2-8369-40F7-9FEB-938BCD0B7699}" dt="2021-06-06T15:14:23.835" v="1779" actId="1582"/>
          <ac:cxnSpMkLst>
            <pc:docMk/>
            <pc:sldMk cId="1145016528" sldId="260"/>
            <ac:cxnSpMk id="32" creationId="{E609B4AA-8D0E-429C-945E-4561F69A5EFB}"/>
          </ac:cxnSpMkLst>
        </pc:cxnChg>
        <pc:cxnChg chg="add mod">
          <ac:chgData name="이호용" userId="af21a66d-2e9b-4c50-91f4-112262f0738c" providerId="ADAL" clId="{C7598DC2-8369-40F7-9FEB-938BCD0B7699}" dt="2021-06-06T15:14:23.835" v="1779" actId="1582"/>
          <ac:cxnSpMkLst>
            <pc:docMk/>
            <pc:sldMk cId="1145016528" sldId="260"/>
            <ac:cxnSpMk id="35" creationId="{25873922-85BF-4E14-BB98-282F744CAEF1}"/>
          </ac:cxnSpMkLst>
        </pc:cxnChg>
        <pc:cxnChg chg="add mod">
          <ac:chgData name="이호용" userId="af21a66d-2e9b-4c50-91f4-112262f0738c" providerId="ADAL" clId="{C7598DC2-8369-40F7-9FEB-938BCD0B7699}" dt="2021-06-06T15:14:23.835" v="1779" actId="1582"/>
          <ac:cxnSpMkLst>
            <pc:docMk/>
            <pc:sldMk cId="1145016528" sldId="260"/>
            <ac:cxnSpMk id="38" creationId="{7205205E-16E2-45BC-AA36-35641945F499}"/>
          </ac:cxnSpMkLst>
        </pc:cxnChg>
        <pc:cxnChg chg="add del mod">
          <ac:chgData name="이호용" userId="af21a66d-2e9b-4c50-91f4-112262f0738c" providerId="ADAL" clId="{C7598DC2-8369-40F7-9FEB-938BCD0B7699}" dt="2021-06-06T15:28:47.955" v="1850" actId="21"/>
          <ac:cxnSpMkLst>
            <pc:docMk/>
            <pc:sldMk cId="1145016528" sldId="260"/>
            <ac:cxnSpMk id="41" creationId="{CAA8121D-20D9-49F5-86E9-5553C987D5BA}"/>
          </ac:cxnSpMkLst>
        </pc:cxnChg>
        <pc:cxnChg chg="add del">
          <ac:chgData name="이호용" userId="af21a66d-2e9b-4c50-91f4-112262f0738c" providerId="ADAL" clId="{C7598DC2-8369-40F7-9FEB-938BCD0B7699}" dt="2021-06-06T15:21:07.616" v="1818" actId="11529"/>
          <ac:cxnSpMkLst>
            <pc:docMk/>
            <pc:sldMk cId="1145016528" sldId="260"/>
            <ac:cxnSpMk id="43" creationId="{BC10C7F1-3F9D-4713-BE78-CC3F3E7ACC29}"/>
          </ac:cxnSpMkLst>
        </pc:cxnChg>
        <pc:cxnChg chg="add">
          <ac:chgData name="이호용" userId="af21a66d-2e9b-4c50-91f4-112262f0738c" providerId="ADAL" clId="{C7598DC2-8369-40F7-9FEB-938BCD0B7699}" dt="2021-06-06T15:23:09.205" v="1819" actId="11529"/>
          <ac:cxnSpMkLst>
            <pc:docMk/>
            <pc:sldMk cId="1145016528" sldId="260"/>
            <ac:cxnSpMk id="45" creationId="{6D222153-2857-41D1-90A4-071CDF5E6E8D}"/>
          </ac:cxnSpMkLst>
        </pc:cxnChg>
        <pc:cxnChg chg="add">
          <ac:chgData name="이호용" userId="af21a66d-2e9b-4c50-91f4-112262f0738c" providerId="ADAL" clId="{C7598DC2-8369-40F7-9FEB-938BCD0B7699}" dt="2021-06-06T15:23:14.068" v="1820" actId="11529"/>
          <ac:cxnSpMkLst>
            <pc:docMk/>
            <pc:sldMk cId="1145016528" sldId="260"/>
            <ac:cxnSpMk id="47" creationId="{0BEA1C0F-78EC-4F54-AA90-4B72AD056B7D}"/>
          </ac:cxnSpMkLst>
        </pc:cxnChg>
        <pc:cxnChg chg="add">
          <ac:chgData name="이호용" userId="af21a66d-2e9b-4c50-91f4-112262f0738c" providerId="ADAL" clId="{C7598DC2-8369-40F7-9FEB-938BCD0B7699}" dt="2021-06-06T15:23:19.386" v="1821" actId="11529"/>
          <ac:cxnSpMkLst>
            <pc:docMk/>
            <pc:sldMk cId="1145016528" sldId="260"/>
            <ac:cxnSpMk id="49" creationId="{B8B72789-0A65-4492-9D36-A0D15D13E094}"/>
          </ac:cxnSpMkLst>
        </pc:cxnChg>
        <pc:cxnChg chg="add">
          <ac:chgData name="이호용" userId="af21a66d-2e9b-4c50-91f4-112262f0738c" providerId="ADAL" clId="{C7598DC2-8369-40F7-9FEB-938BCD0B7699}" dt="2021-06-06T15:23:23.690" v="1822" actId="11529"/>
          <ac:cxnSpMkLst>
            <pc:docMk/>
            <pc:sldMk cId="1145016528" sldId="260"/>
            <ac:cxnSpMk id="51" creationId="{BE379DAD-3192-4498-9C39-753804F8AB55}"/>
          </ac:cxnSpMkLst>
        </pc:cxnChg>
        <pc:cxnChg chg="add">
          <ac:chgData name="이호용" userId="af21a66d-2e9b-4c50-91f4-112262f0738c" providerId="ADAL" clId="{C7598DC2-8369-40F7-9FEB-938BCD0B7699}" dt="2021-06-06T15:23:29.085" v="1823" actId="11529"/>
          <ac:cxnSpMkLst>
            <pc:docMk/>
            <pc:sldMk cId="1145016528" sldId="260"/>
            <ac:cxnSpMk id="53" creationId="{69A2EDC0-4611-4570-9257-F5009575440C}"/>
          </ac:cxnSpMkLst>
        </pc:cxnChg>
        <pc:cxnChg chg="add mod">
          <ac:chgData name="이호용" userId="af21a66d-2e9b-4c50-91f4-112262f0738c" providerId="ADAL" clId="{C7598DC2-8369-40F7-9FEB-938BCD0B7699}" dt="2021-06-06T15:23:34.921" v="1825" actId="14100"/>
          <ac:cxnSpMkLst>
            <pc:docMk/>
            <pc:sldMk cId="1145016528" sldId="260"/>
            <ac:cxnSpMk id="55" creationId="{546204CC-45E3-4FFF-89E5-D57669C05BDA}"/>
          </ac:cxnSpMkLst>
        </pc:cxnChg>
        <pc:cxnChg chg="add">
          <ac:chgData name="이호용" userId="af21a66d-2e9b-4c50-91f4-112262f0738c" providerId="ADAL" clId="{C7598DC2-8369-40F7-9FEB-938BCD0B7699}" dt="2021-06-06T15:23:40.974" v="1826" actId="11529"/>
          <ac:cxnSpMkLst>
            <pc:docMk/>
            <pc:sldMk cId="1145016528" sldId="260"/>
            <ac:cxnSpMk id="58" creationId="{DF59BE6D-13E4-400C-8130-F8C09FFB490F}"/>
          </ac:cxnSpMkLst>
        </pc:cxnChg>
        <pc:cxnChg chg="add">
          <ac:chgData name="이호용" userId="af21a66d-2e9b-4c50-91f4-112262f0738c" providerId="ADAL" clId="{C7598DC2-8369-40F7-9FEB-938BCD0B7699}" dt="2021-06-06T15:23:45.446" v="1827" actId="11529"/>
          <ac:cxnSpMkLst>
            <pc:docMk/>
            <pc:sldMk cId="1145016528" sldId="260"/>
            <ac:cxnSpMk id="60" creationId="{C0D20BDC-B74D-4C58-B7CD-788CDAABA7DF}"/>
          </ac:cxnSpMkLst>
        </pc:cxnChg>
        <pc:cxnChg chg="add">
          <ac:chgData name="이호용" userId="af21a66d-2e9b-4c50-91f4-112262f0738c" providerId="ADAL" clId="{C7598DC2-8369-40F7-9FEB-938BCD0B7699}" dt="2021-06-06T15:25:01.429" v="1836" actId="11529"/>
          <ac:cxnSpMkLst>
            <pc:docMk/>
            <pc:sldMk cId="1145016528" sldId="260"/>
            <ac:cxnSpMk id="66" creationId="{355C50B9-649C-49DE-AA3E-E4CBBBEFE525}"/>
          </ac:cxnSpMkLst>
        </pc:cxnChg>
        <pc:cxnChg chg="add">
          <ac:chgData name="이호용" userId="af21a66d-2e9b-4c50-91f4-112262f0738c" providerId="ADAL" clId="{C7598DC2-8369-40F7-9FEB-938BCD0B7699}" dt="2021-06-06T15:25:06.774" v="1837" actId="11529"/>
          <ac:cxnSpMkLst>
            <pc:docMk/>
            <pc:sldMk cId="1145016528" sldId="260"/>
            <ac:cxnSpMk id="68" creationId="{085925AC-16C1-42CF-BCC9-1894DFB3729B}"/>
          </ac:cxnSpMkLst>
        </pc:cxnChg>
        <pc:cxnChg chg="add">
          <ac:chgData name="이호용" userId="af21a66d-2e9b-4c50-91f4-112262f0738c" providerId="ADAL" clId="{C7598DC2-8369-40F7-9FEB-938BCD0B7699}" dt="2021-06-06T15:25:09.989" v="1838" actId="11529"/>
          <ac:cxnSpMkLst>
            <pc:docMk/>
            <pc:sldMk cId="1145016528" sldId="260"/>
            <ac:cxnSpMk id="70" creationId="{1C66C530-DBC0-4434-AB54-C8A5D3BA518D}"/>
          </ac:cxnSpMkLst>
        </pc:cxnChg>
        <pc:cxnChg chg="add del">
          <ac:chgData name="이호용" userId="af21a66d-2e9b-4c50-91f4-112262f0738c" providerId="ADAL" clId="{C7598DC2-8369-40F7-9FEB-938BCD0B7699}" dt="2021-06-06T15:25:23.358" v="1841" actId="11529"/>
          <ac:cxnSpMkLst>
            <pc:docMk/>
            <pc:sldMk cId="1145016528" sldId="260"/>
            <ac:cxnSpMk id="72" creationId="{078ADC45-BFCA-46FD-900D-ED284D91ABCE}"/>
          </ac:cxnSpMkLst>
        </pc:cxnChg>
        <pc:cxnChg chg="add del">
          <ac:chgData name="이호용" userId="af21a66d-2e9b-4c50-91f4-112262f0738c" providerId="ADAL" clId="{C7598DC2-8369-40F7-9FEB-938BCD0B7699}" dt="2021-06-06T15:28:44.546" v="1849" actId="11529"/>
          <ac:cxnSpMkLst>
            <pc:docMk/>
            <pc:sldMk cId="1145016528" sldId="260"/>
            <ac:cxnSpMk id="77" creationId="{BD27FB7D-AEB1-4B53-A98B-7ECEF674B064}"/>
          </ac:cxnSpMkLst>
        </pc:cxnChg>
        <pc:cxnChg chg="add">
          <ac:chgData name="이호용" userId="af21a66d-2e9b-4c50-91f4-112262f0738c" providerId="ADAL" clId="{C7598DC2-8369-40F7-9FEB-938BCD0B7699}" dt="2021-06-06T15:28:58.177" v="1853" actId="11529"/>
          <ac:cxnSpMkLst>
            <pc:docMk/>
            <pc:sldMk cId="1145016528" sldId="260"/>
            <ac:cxnSpMk id="80" creationId="{2D266B36-00E8-4FED-B912-72E8FFB244A0}"/>
          </ac:cxnSpMkLst>
        </pc:cxnChg>
        <pc:cxnChg chg="add">
          <ac:chgData name="이호용" userId="af21a66d-2e9b-4c50-91f4-112262f0738c" providerId="ADAL" clId="{C7598DC2-8369-40F7-9FEB-938BCD0B7699}" dt="2021-06-06T15:29:03.548" v="1854" actId="11529"/>
          <ac:cxnSpMkLst>
            <pc:docMk/>
            <pc:sldMk cId="1145016528" sldId="260"/>
            <ac:cxnSpMk id="82" creationId="{6F7BFA95-0CBD-4295-96FF-76D7B627DB35}"/>
          </ac:cxnSpMkLst>
        </pc:cxnChg>
        <pc:cxnChg chg="add">
          <ac:chgData name="이호용" userId="af21a66d-2e9b-4c50-91f4-112262f0738c" providerId="ADAL" clId="{C7598DC2-8369-40F7-9FEB-938BCD0B7699}" dt="2021-06-06T15:29:09.204" v="1855" actId="11529"/>
          <ac:cxnSpMkLst>
            <pc:docMk/>
            <pc:sldMk cId="1145016528" sldId="260"/>
            <ac:cxnSpMk id="84" creationId="{D349DC4D-BB9B-4E74-8ABC-2AD63F4E3643}"/>
          </ac:cxnSpMkLst>
        </pc:cxnChg>
        <pc:cxnChg chg="add">
          <ac:chgData name="이호용" userId="af21a66d-2e9b-4c50-91f4-112262f0738c" providerId="ADAL" clId="{C7598DC2-8369-40F7-9FEB-938BCD0B7699}" dt="2021-06-06T15:29:46.262" v="1858" actId="11529"/>
          <ac:cxnSpMkLst>
            <pc:docMk/>
            <pc:sldMk cId="1145016528" sldId="260"/>
            <ac:cxnSpMk id="87" creationId="{E40F3B5A-C4DB-45C3-9DE9-3B9DD6012392}"/>
          </ac:cxnSpMkLst>
        </pc:cxnChg>
        <pc:cxnChg chg="add">
          <ac:chgData name="이호용" userId="af21a66d-2e9b-4c50-91f4-112262f0738c" providerId="ADAL" clId="{C7598DC2-8369-40F7-9FEB-938BCD0B7699}" dt="2021-06-06T15:29:52.072" v="1859" actId="11529"/>
          <ac:cxnSpMkLst>
            <pc:docMk/>
            <pc:sldMk cId="1145016528" sldId="260"/>
            <ac:cxnSpMk id="89" creationId="{81D656D8-F3F7-4E3D-B3B5-3550D69A477C}"/>
          </ac:cxnSpMkLst>
        </pc:cxnChg>
        <pc:cxnChg chg="add">
          <ac:chgData name="이호용" userId="af21a66d-2e9b-4c50-91f4-112262f0738c" providerId="ADAL" clId="{C7598DC2-8369-40F7-9FEB-938BCD0B7699}" dt="2021-06-06T15:30:06.551" v="1864" actId="11529"/>
          <ac:cxnSpMkLst>
            <pc:docMk/>
            <pc:sldMk cId="1145016528" sldId="260"/>
            <ac:cxnSpMk id="93" creationId="{7FF41942-458C-4496-AE4A-5C3781E6E58E}"/>
          </ac:cxnSpMkLst>
        </pc:cxnChg>
        <pc:cxnChg chg="add">
          <ac:chgData name="이호용" userId="af21a66d-2e9b-4c50-91f4-112262f0738c" providerId="ADAL" clId="{C7598DC2-8369-40F7-9FEB-938BCD0B7699}" dt="2021-06-06T15:30:10.756" v="1865" actId="11529"/>
          <ac:cxnSpMkLst>
            <pc:docMk/>
            <pc:sldMk cId="1145016528" sldId="260"/>
            <ac:cxnSpMk id="95" creationId="{E4C51BE9-FC87-40F4-BA6A-D91459C22665}"/>
          </ac:cxnSpMkLst>
        </pc:cxnChg>
        <pc:cxnChg chg="add">
          <ac:chgData name="이호용" userId="af21a66d-2e9b-4c50-91f4-112262f0738c" providerId="ADAL" clId="{C7598DC2-8369-40F7-9FEB-938BCD0B7699}" dt="2021-06-06T15:30:31.786" v="1870" actId="11529"/>
          <ac:cxnSpMkLst>
            <pc:docMk/>
            <pc:sldMk cId="1145016528" sldId="260"/>
            <ac:cxnSpMk id="99" creationId="{7FC0F6EF-7BE0-4BB5-BFC9-8630E34DE89C}"/>
          </ac:cxnSpMkLst>
        </pc:cxnChg>
        <pc:cxnChg chg="add">
          <ac:chgData name="이호용" userId="af21a66d-2e9b-4c50-91f4-112262f0738c" providerId="ADAL" clId="{C7598DC2-8369-40F7-9FEB-938BCD0B7699}" dt="2021-06-06T15:30:36.053" v="1871" actId="11529"/>
          <ac:cxnSpMkLst>
            <pc:docMk/>
            <pc:sldMk cId="1145016528" sldId="260"/>
            <ac:cxnSpMk id="101" creationId="{D068DEB5-FA4A-4A3E-BE20-CBEDAEF1A99B}"/>
          </ac:cxnSpMkLst>
        </pc:cxnChg>
        <pc:cxnChg chg="add">
          <ac:chgData name="이호용" userId="af21a66d-2e9b-4c50-91f4-112262f0738c" providerId="ADAL" clId="{C7598DC2-8369-40F7-9FEB-938BCD0B7699}" dt="2021-06-06T15:30:40.219" v="1872" actId="11529"/>
          <ac:cxnSpMkLst>
            <pc:docMk/>
            <pc:sldMk cId="1145016528" sldId="260"/>
            <ac:cxnSpMk id="103" creationId="{83A0CB9F-6209-44BC-AA4C-42A2A15C9264}"/>
          </ac:cxnSpMkLst>
        </pc:cxnChg>
        <pc:cxnChg chg="add">
          <ac:chgData name="이호용" userId="af21a66d-2e9b-4c50-91f4-112262f0738c" providerId="ADAL" clId="{C7598DC2-8369-40F7-9FEB-938BCD0B7699}" dt="2021-06-06T15:30:44.186" v="1873" actId="11529"/>
          <ac:cxnSpMkLst>
            <pc:docMk/>
            <pc:sldMk cId="1145016528" sldId="260"/>
            <ac:cxnSpMk id="105" creationId="{17F26BB4-FFC4-416C-A98E-D19B377017FE}"/>
          </ac:cxnSpMkLst>
        </pc:cxnChg>
        <pc:cxnChg chg="add">
          <ac:chgData name="이호용" userId="af21a66d-2e9b-4c50-91f4-112262f0738c" providerId="ADAL" clId="{C7598DC2-8369-40F7-9FEB-938BCD0B7699}" dt="2021-06-06T15:31:51.210" v="1878" actId="11529"/>
          <ac:cxnSpMkLst>
            <pc:docMk/>
            <pc:sldMk cId="1145016528" sldId="260"/>
            <ac:cxnSpMk id="108" creationId="{FFC016AD-93A8-4C9B-8BBF-BACFF2537402}"/>
          </ac:cxnSpMkLst>
        </pc:cxnChg>
        <pc:cxnChg chg="add">
          <ac:chgData name="이호용" userId="af21a66d-2e9b-4c50-91f4-112262f0738c" providerId="ADAL" clId="{C7598DC2-8369-40F7-9FEB-938BCD0B7699}" dt="2021-06-06T15:31:56.891" v="1879" actId="11529"/>
          <ac:cxnSpMkLst>
            <pc:docMk/>
            <pc:sldMk cId="1145016528" sldId="260"/>
            <ac:cxnSpMk id="110" creationId="{CA541F99-5510-4CFF-89AB-DAC2A6465D0B}"/>
          </ac:cxnSpMkLst>
        </pc:cxnChg>
        <pc:cxnChg chg="add mod">
          <ac:chgData name="이호용" userId="af21a66d-2e9b-4c50-91f4-112262f0738c" providerId="ADAL" clId="{C7598DC2-8369-40F7-9FEB-938BCD0B7699}" dt="2021-06-06T15:33:16.444" v="1885" actId="14100"/>
          <ac:cxnSpMkLst>
            <pc:docMk/>
            <pc:sldMk cId="1145016528" sldId="260"/>
            <ac:cxnSpMk id="113" creationId="{16A431B4-A875-4808-A7DF-AFF72A33B023}"/>
          </ac:cxnSpMkLst>
        </pc:cxnChg>
        <pc:cxnChg chg="add">
          <ac:chgData name="이호용" userId="af21a66d-2e9b-4c50-91f4-112262f0738c" providerId="ADAL" clId="{C7598DC2-8369-40F7-9FEB-938BCD0B7699}" dt="2021-06-06T15:33:22.092" v="1886" actId="11529"/>
          <ac:cxnSpMkLst>
            <pc:docMk/>
            <pc:sldMk cId="1145016528" sldId="260"/>
            <ac:cxnSpMk id="117" creationId="{8D047605-EEC6-4260-BA62-68FD8A10E1C6}"/>
          </ac:cxnSpMkLst>
        </pc:cxnChg>
      </pc:sldChg>
      <pc:sldChg chg="addSp modSp new del mod">
        <pc:chgData name="이호용" userId="af21a66d-2e9b-4c50-91f4-112262f0738c" providerId="ADAL" clId="{C7598DC2-8369-40F7-9FEB-938BCD0B7699}" dt="2021-06-11T12:48:07.274" v="4065" actId="47"/>
        <pc:sldMkLst>
          <pc:docMk/>
          <pc:sldMk cId="1106973615" sldId="261"/>
        </pc:sldMkLst>
        <pc:spChg chg="add mod">
          <ac:chgData name="이호용" userId="af21a66d-2e9b-4c50-91f4-112262f0738c" providerId="ADAL" clId="{C7598DC2-8369-40F7-9FEB-938BCD0B7699}" dt="2021-06-06T15:34:13.952" v="1891" actId="1076"/>
          <ac:spMkLst>
            <pc:docMk/>
            <pc:sldMk cId="1106973615" sldId="261"/>
            <ac:spMk id="9" creationId="{162CAEA1-F4A6-46E9-8F0A-A623D8141F27}"/>
          </ac:spMkLst>
        </pc:spChg>
        <pc:picChg chg="add mod">
          <ac:chgData name="이호용" userId="af21a66d-2e9b-4c50-91f4-112262f0738c" providerId="ADAL" clId="{C7598DC2-8369-40F7-9FEB-938BCD0B7699}" dt="2021-06-06T14:18:41.663" v="379" actId="1076"/>
          <ac:picMkLst>
            <pc:docMk/>
            <pc:sldMk cId="1106973615" sldId="261"/>
            <ac:picMk id="2" creationId="{DF529C6C-299C-4726-9618-CDD1C0CF1994}"/>
          </ac:picMkLst>
        </pc:picChg>
        <pc:cxnChg chg="add">
          <ac:chgData name="이호용" userId="af21a66d-2e9b-4c50-91f4-112262f0738c" providerId="ADAL" clId="{C7598DC2-8369-40F7-9FEB-938BCD0B7699}" dt="2021-06-06T15:33:31.396" v="1887" actId="11529"/>
          <ac:cxnSpMkLst>
            <pc:docMk/>
            <pc:sldMk cId="1106973615" sldId="261"/>
            <ac:cxnSpMk id="4" creationId="{C6B14DC4-6FCA-4BC5-ABAD-0EBA826A450D}"/>
          </ac:cxnSpMkLst>
        </pc:cxnChg>
        <pc:cxnChg chg="add">
          <ac:chgData name="이호용" userId="af21a66d-2e9b-4c50-91f4-112262f0738c" providerId="ADAL" clId="{C7598DC2-8369-40F7-9FEB-938BCD0B7699}" dt="2021-06-06T15:33:35.288" v="1888" actId="11529"/>
          <ac:cxnSpMkLst>
            <pc:docMk/>
            <pc:sldMk cId="1106973615" sldId="261"/>
            <ac:cxnSpMk id="6" creationId="{49A037AB-08BE-4377-892C-D40AFB6966EA}"/>
          </ac:cxnSpMkLst>
        </pc:cxnChg>
        <pc:cxnChg chg="add">
          <ac:chgData name="이호용" userId="af21a66d-2e9b-4c50-91f4-112262f0738c" providerId="ADAL" clId="{C7598DC2-8369-40F7-9FEB-938BCD0B7699}" dt="2021-06-06T15:34:02.546" v="1889" actId="11529"/>
          <ac:cxnSpMkLst>
            <pc:docMk/>
            <pc:sldMk cId="1106973615" sldId="261"/>
            <ac:cxnSpMk id="8" creationId="{02FD3EA6-7084-48D9-A11D-DA5169A472CA}"/>
          </ac:cxnSpMkLst>
        </pc:cxnChg>
      </pc:sldChg>
      <pc:sldChg chg="addSp modSp new mod ord">
        <pc:chgData name="이호용" userId="af21a66d-2e9b-4c50-91f4-112262f0738c" providerId="ADAL" clId="{C7598DC2-8369-40F7-9FEB-938BCD0B7699}" dt="2021-06-11T16:07:53.789" v="4585" actId="20577"/>
        <pc:sldMkLst>
          <pc:docMk/>
          <pc:sldMk cId="1745800827" sldId="262"/>
        </pc:sldMkLst>
        <pc:spChg chg="add mod">
          <ac:chgData name="이호용" userId="af21a66d-2e9b-4c50-91f4-112262f0738c" providerId="ADAL" clId="{C7598DC2-8369-40F7-9FEB-938BCD0B7699}" dt="2021-06-11T16:07:53.789" v="4585" actId="20577"/>
          <ac:spMkLst>
            <pc:docMk/>
            <pc:sldMk cId="1745800827" sldId="262"/>
            <ac:spMk id="2" creationId="{822BDC89-F15F-421F-983A-FDE9E304EA25}"/>
          </ac:spMkLst>
        </pc:spChg>
      </pc:sldChg>
      <pc:sldChg chg="addSp modSp new mod ord">
        <pc:chgData name="이호용" userId="af21a66d-2e9b-4c50-91f4-112262f0738c" providerId="ADAL" clId="{C7598DC2-8369-40F7-9FEB-938BCD0B7699}" dt="2021-06-11T14:34:35.317" v="4341" actId="207"/>
        <pc:sldMkLst>
          <pc:docMk/>
          <pc:sldMk cId="1332926564" sldId="263"/>
        </pc:sldMkLst>
        <pc:spChg chg="add mod">
          <ac:chgData name="이호용" userId="af21a66d-2e9b-4c50-91f4-112262f0738c" providerId="ADAL" clId="{C7598DC2-8369-40F7-9FEB-938BCD0B7699}" dt="2021-06-11T14:34:35.317" v="4341" actId="207"/>
          <ac:spMkLst>
            <pc:docMk/>
            <pc:sldMk cId="1332926564" sldId="263"/>
            <ac:spMk id="2" creationId="{31F1B61C-B5CA-4DE9-8206-CBED6F24C4C3}"/>
          </ac:spMkLst>
        </pc:spChg>
        <pc:spChg chg="add mod">
          <ac:chgData name="이호용" userId="af21a66d-2e9b-4c50-91f4-112262f0738c" providerId="ADAL" clId="{C7598DC2-8369-40F7-9FEB-938BCD0B7699}" dt="2021-06-11T14:32:36.274" v="4339" actId="1076"/>
          <ac:spMkLst>
            <pc:docMk/>
            <pc:sldMk cId="1332926564" sldId="263"/>
            <ac:spMk id="3" creationId="{3560CA99-8660-41C9-883D-CA942D9870F2}"/>
          </ac:spMkLst>
        </pc:spChg>
      </pc:sldChg>
      <pc:sldChg chg="addSp delSp modSp new mod ord">
        <pc:chgData name="이호용" userId="af21a66d-2e9b-4c50-91f4-112262f0738c" providerId="ADAL" clId="{C7598DC2-8369-40F7-9FEB-938BCD0B7699}" dt="2021-06-11T12:44:44.956" v="4048" actId="1076"/>
        <pc:sldMkLst>
          <pc:docMk/>
          <pc:sldMk cId="3426294463" sldId="264"/>
        </pc:sldMkLst>
        <pc:picChg chg="add del mod">
          <ac:chgData name="이호용" userId="af21a66d-2e9b-4c50-91f4-112262f0738c" providerId="ADAL" clId="{C7598DC2-8369-40F7-9FEB-938BCD0B7699}" dt="2021-06-11T12:44:43.184" v="4046" actId="478"/>
          <ac:picMkLst>
            <pc:docMk/>
            <pc:sldMk cId="3426294463" sldId="264"/>
            <ac:picMk id="3" creationId="{3329F590-3D98-4BB2-9414-0640BF941F12}"/>
          </ac:picMkLst>
        </pc:picChg>
        <pc:picChg chg="add mod">
          <ac:chgData name="이호용" userId="af21a66d-2e9b-4c50-91f4-112262f0738c" providerId="ADAL" clId="{C7598DC2-8369-40F7-9FEB-938BCD0B7699}" dt="2021-06-11T12:44:44.956" v="4048" actId="1076"/>
          <ac:picMkLst>
            <pc:docMk/>
            <pc:sldMk cId="3426294463" sldId="264"/>
            <ac:picMk id="5" creationId="{142E9AC7-B659-4AF5-B4F1-BEBEF775D001}"/>
          </ac:picMkLst>
        </pc:picChg>
      </pc:sldChg>
      <pc:sldChg chg="addSp delSp modSp new mod">
        <pc:chgData name="이호용" userId="af21a66d-2e9b-4c50-91f4-112262f0738c" providerId="ADAL" clId="{C7598DC2-8369-40F7-9FEB-938BCD0B7699}" dt="2021-06-11T16:06:19.138" v="4483" actId="1582"/>
        <pc:sldMkLst>
          <pc:docMk/>
          <pc:sldMk cId="1274760959" sldId="265"/>
        </pc:sldMkLst>
        <pc:picChg chg="add del">
          <ac:chgData name="이호용" userId="af21a66d-2e9b-4c50-91f4-112262f0738c" providerId="ADAL" clId="{C7598DC2-8369-40F7-9FEB-938BCD0B7699}" dt="2021-06-11T12:45:44.348" v="4049" actId="478"/>
          <ac:picMkLst>
            <pc:docMk/>
            <pc:sldMk cId="1274760959" sldId="265"/>
            <ac:picMk id="3" creationId="{5225F99F-D9E6-46BD-9A40-A9EA657E8D17}"/>
          </ac:picMkLst>
        </pc:picChg>
        <pc:picChg chg="add mod">
          <ac:chgData name="이호용" userId="af21a66d-2e9b-4c50-91f4-112262f0738c" providerId="ADAL" clId="{C7598DC2-8369-40F7-9FEB-938BCD0B7699}" dt="2021-06-11T12:45:49.977" v="4052" actId="1076"/>
          <ac:picMkLst>
            <pc:docMk/>
            <pc:sldMk cId="1274760959" sldId="265"/>
            <ac:picMk id="5" creationId="{F52050CC-55FF-43EB-875C-E97AADAED436}"/>
          </ac:picMkLst>
        </pc:picChg>
        <pc:cxnChg chg="add mod">
          <ac:chgData name="이호용" userId="af21a66d-2e9b-4c50-91f4-112262f0738c" providerId="ADAL" clId="{C7598DC2-8369-40F7-9FEB-938BCD0B7699}" dt="2021-06-11T16:06:19.138" v="4483" actId="1582"/>
          <ac:cxnSpMkLst>
            <pc:docMk/>
            <pc:sldMk cId="1274760959" sldId="265"/>
            <ac:cxnSpMk id="7" creationId="{287F047C-9F3D-4110-B3B4-2BF8FD03070F}"/>
          </ac:cxnSpMkLst>
        </pc:cxnChg>
      </pc:sldChg>
      <pc:sldChg chg="addSp delSp modSp new mod ord">
        <pc:chgData name="이호용" userId="af21a66d-2e9b-4c50-91f4-112262f0738c" providerId="ADAL" clId="{C7598DC2-8369-40F7-9FEB-938BCD0B7699}" dt="2021-06-11T12:44:06.020" v="4045" actId="1076"/>
        <pc:sldMkLst>
          <pc:docMk/>
          <pc:sldMk cId="3314192220" sldId="266"/>
        </pc:sldMkLst>
        <pc:spChg chg="add mod ord">
          <ac:chgData name="이호용" userId="af21a66d-2e9b-4c50-91f4-112262f0738c" providerId="ADAL" clId="{C7598DC2-8369-40F7-9FEB-938BCD0B7699}" dt="2021-06-11T12:44:04.253" v="4044" actId="1076"/>
          <ac:spMkLst>
            <pc:docMk/>
            <pc:sldMk cId="3314192220" sldId="266"/>
            <ac:spMk id="4" creationId="{A4E4184E-488B-4993-B4BF-69C010A9C1DC}"/>
          </ac:spMkLst>
        </pc:spChg>
        <pc:picChg chg="add del">
          <ac:chgData name="이호용" userId="af21a66d-2e9b-4c50-91f4-112262f0738c" providerId="ADAL" clId="{C7598DC2-8369-40F7-9FEB-938BCD0B7699}" dt="2021-06-11T12:43:58.194" v="4041" actId="478"/>
          <ac:picMkLst>
            <pc:docMk/>
            <pc:sldMk cId="3314192220" sldId="266"/>
            <ac:picMk id="3" creationId="{BBD695AB-0B1C-4AD5-8FC6-F30A1FD452B8}"/>
          </ac:picMkLst>
        </pc:picChg>
        <pc:picChg chg="add mod">
          <ac:chgData name="이호용" userId="af21a66d-2e9b-4c50-91f4-112262f0738c" providerId="ADAL" clId="{C7598DC2-8369-40F7-9FEB-938BCD0B7699}" dt="2021-06-11T12:44:06.020" v="4045" actId="1076"/>
          <ac:picMkLst>
            <pc:docMk/>
            <pc:sldMk cId="3314192220" sldId="266"/>
            <ac:picMk id="6" creationId="{0A87C1DE-D8AA-48A9-9ECA-B3D06C2F7741}"/>
          </ac:picMkLst>
        </pc:picChg>
      </pc:sldChg>
      <pc:sldChg chg="addSp delSp modSp new mod">
        <pc:chgData name="이호용" userId="af21a66d-2e9b-4c50-91f4-112262f0738c" providerId="ADAL" clId="{C7598DC2-8369-40F7-9FEB-938BCD0B7699}" dt="2021-06-11T12:47:49.081" v="4062" actId="14100"/>
        <pc:sldMkLst>
          <pc:docMk/>
          <pc:sldMk cId="2623874735" sldId="267"/>
        </pc:sldMkLst>
        <pc:spChg chg="add mod">
          <ac:chgData name="이호용" userId="af21a66d-2e9b-4c50-91f4-112262f0738c" providerId="ADAL" clId="{C7598DC2-8369-40F7-9FEB-938BCD0B7699}" dt="2021-06-11T12:32:23.647" v="3894" actId="207"/>
          <ac:spMkLst>
            <pc:docMk/>
            <pc:sldMk cId="2623874735" sldId="267"/>
            <ac:spMk id="18" creationId="{DA91B949-9076-41BA-8DBF-C3E62C083C0E}"/>
          </ac:spMkLst>
        </pc:spChg>
        <pc:spChg chg="add del mod">
          <ac:chgData name="이호용" userId="af21a66d-2e9b-4c50-91f4-112262f0738c" providerId="ADAL" clId="{C7598DC2-8369-40F7-9FEB-938BCD0B7699}" dt="2021-06-11T12:33:46.856" v="3909" actId="21"/>
          <ac:spMkLst>
            <pc:docMk/>
            <pc:sldMk cId="2623874735" sldId="267"/>
            <ac:spMk id="29" creationId="{B3ADECA4-F36D-49AA-BA58-13AC6CA94C01}"/>
          </ac:spMkLst>
        </pc:spChg>
        <pc:spChg chg="add mod">
          <ac:chgData name="이호용" userId="af21a66d-2e9b-4c50-91f4-112262f0738c" providerId="ADAL" clId="{C7598DC2-8369-40F7-9FEB-938BCD0B7699}" dt="2021-06-11T12:34:13.229" v="3918" actId="1076"/>
          <ac:spMkLst>
            <pc:docMk/>
            <pc:sldMk cId="2623874735" sldId="267"/>
            <ac:spMk id="43" creationId="{96C4C1BE-4EEF-4683-BC88-AFF26F7BC691}"/>
          </ac:spMkLst>
        </pc:spChg>
        <pc:spChg chg="add mod">
          <ac:chgData name="이호용" userId="af21a66d-2e9b-4c50-91f4-112262f0738c" providerId="ADAL" clId="{C7598DC2-8369-40F7-9FEB-938BCD0B7699}" dt="2021-06-11T12:34:21.472" v="3920" actId="1076"/>
          <ac:spMkLst>
            <pc:docMk/>
            <pc:sldMk cId="2623874735" sldId="267"/>
            <ac:spMk id="45" creationId="{D92CDFAC-3BB4-4D68-B3C3-4B4F2819D571}"/>
          </ac:spMkLst>
        </pc:spChg>
        <pc:spChg chg="add mod">
          <ac:chgData name="이호용" userId="af21a66d-2e9b-4c50-91f4-112262f0738c" providerId="ADAL" clId="{C7598DC2-8369-40F7-9FEB-938BCD0B7699}" dt="2021-06-11T12:34:26.509" v="3922" actId="1076"/>
          <ac:spMkLst>
            <pc:docMk/>
            <pc:sldMk cId="2623874735" sldId="267"/>
            <ac:spMk id="47" creationId="{64CBF7BD-E27B-41BF-AFB8-16F008D2A82D}"/>
          </ac:spMkLst>
        </pc:spChg>
        <pc:spChg chg="add mod">
          <ac:chgData name="이호용" userId="af21a66d-2e9b-4c50-91f4-112262f0738c" providerId="ADAL" clId="{C7598DC2-8369-40F7-9FEB-938BCD0B7699}" dt="2021-06-11T12:35:01.115" v="3929" actId="1076"/>
          <ac:spMkLst>
            <pc:docMk/>
            <pc:sldMk cId="2623874735" sldId="267"/>
            <ac:spMk id="49" creationId="{B6992170-D8A7-4921-BB0B-84C3375A1A18}"/>
          </ac:spMkLst>
        </pc:spChg>
        <pc:spChg chg="add mod">
          <ac:chgData name="이호용" userId="af21a66d-2e9b-4c50-91f4-112262f0738c" providerId="ADAL" clId="{C7598DC2-8369-40F7-9FEB-938BCD0B7699}" dt="2021-06-11T12:35:16.806" v="3933" actId="688"/>
          <ac:spMkLst>
            <pc:docMk/>
            <pc:sldMk cId="2623874735" sldId="267"/>
            <ac:spMk id="53" creationId="{5CB09D84-3333-474E-8EC4-80F6C81909F6}"/>
          </ac:spMkLst>
        </pc:spChg>
        <pc:spChg chg="add mod">
          <ac:chgData name="이호용" userId="af21a66d-2e9b-4c50-91f4-112262f0738c" providerId="ADAL" clId="{C7598DC2-8369-40F7-9FEB-938BCD0B7699}" dt="2021-06-11T12:35:35.549" v="3939" actId="1076"/>
          <ac:spMkLst>
            <pc:docMk/>
            <pc:sldMk cId="2623874735" sldId="267"/>
            <ac:spMk id="57" creationId="{A735943A-3A1A-4F15-A038-2841F4E6ADD9}"/>
          </ac:spMkLst>
        </pc:spChg>
        <pc:spChg chg="add mod">
          <ac:chgData name="이호용" userId="af21a66d-2e9b-4c50-91f4-112262f0738c" providerId="ADAL" clId="{C7598DC2-8369-40F7-9FEB-938BCD0B7699}" dt="2021-06-11T12:37:03.139" v="3965" actId="1076"/>
          <ac:spMkLst>
            <pc:docMk/>
            <pc:sldMk cId="2623874735" sldId="267"/>
            <ac:spMk id="74" creationId="{CF5E869D-1DAD-4F3D-9D25-9DE35BAC26C3}"/>
          </ac:spMkLst>
        </pc:spChg>
        <pc:spChg chg="add mod">
          <ac:chgData name="이호용" userId="af21a66d-2e9b-4c50-91f4-112262f0738c" providerId="ADAL" clId="{C7598DC2-8369-40F7-9FEB-938BCD0B7699}" dt="2021-06-11T12:37:22.074" v="3972" actId="688"/>
          <ac:spMkLst>
            <pc:docMk/>
            <pc:sldMk cId="2623874735" sldId="267"/>
            <ac:spMk id="77" creationId="{45FD3C65-9A12-4446-9B35-B0CBD8F46B09}"/>
          </ac:spMkLst>
        </pc:spChg>
        <pc:picChg chg="add del mod">
          <ac:chgData name="이호용" userId="af21a66d-2e9b-4c50-91f4-112262f0738c" providerId="ADAL" clId="{C7598DC2-8369-40F7-9FEB-938BCD0B7699}" dt="2021-06-11T12:28:08.404" v="3871" actId="478"/>
          <ac:picMkLst>
            <pc:docMk/>
            <pc:sldMk cId="2623874735" sldId="267"/>
            <ac:picMk id="3" creationId="{3E3E6FE0-CB25-41F4-951E-A0F4E5D6B5A6}"/>
          </ac:picMkLst>
        </pc:picChg>
        <pc:picChg chg="add mod">
          <ac:chgData name="이호용" userId="af21a66d-2e9b-4c50-91f4-112262f0738c" providerId="ADAL" clId="{C7598DC2-8369-40F7-9FEB-938BCD0B7699}" dt="2021-06-11T12:29:28.933" v="3874" actId="1076"/>
          <ac:picMkLst>
            <pc:docMk/>
            <pc:sldMk cId="2623874735" sldId="267"/>
            <ac:picMk id="5" creationId="{2B0EB3E9-DBB2-4358-8C31-797924341598}"/>
          </ac:picMkLst>
        </pc:picChg>
        <pc:picChg chg="add del mod">
          <ac:chgData name="이호용" userId="af21a66d-2e9b-4c50-91f4-112262f0738c" providerId="ADAL" clId="{C7598DC2-8369-40F7-9FEB-938BCD0B7699}" dt="2021-06-11T12:47:23.662" v="4053" actId="478"/>
          <ac:picMkLst>
            <pc:docMk/>
            <pc:sldMk cId="2623874735" sldId="267"/>
            <ac:picMk id="7" creationId="{F97F56D9-ACCC-43CE-AB2F-56F2A576DAAE}"/>
          </ac:picMkLst>
        </pc:picChg>
        <pc:picChg chg="add mod">
          <ac:chgData name="이호용" userId="af21a66d-2e9b-4c50-91f4-112262f0738c" providerId="ADAL" clId="{C7598DC2-8369-40F7-9FEB-938BCD0B7699}" dt="2021-06-11T12:30:02.040" v="3881" actId="1076"/>
          <ac:picMkLst>
            <pc:docMk/>
            <pc:sldMk cId="2623874735" sldId="267"/>
            <ac:picMk id="9" creationId="{08FCA5A2-E5F1-4FB5-8E7D-93C6086DA931}"/>
          </ac:picMkLst>
        </pc:picChg>
        <pc:picChg chg="add mod">
          <ac:chgData name="이호용" userId="af21a66d-2e9b-4c50-91f4-112262f0738c" providerId="ADAL" clId="{C7598DC2-8369-40F7-9FEB-938BCD0B7699}" dt="2021-06-11T12:30:14.843" v="3885" actId="1076"/>
          <ac:picMkLst>
            <pc:docMk/>
            <pc:sldMk cId="2623874735" sldId="267"/>
            <ac:picMk id="11" creationId="{493F873F-BEF4-4C27-BCA0-3A0A98B4390C}"/>
          </ac:picMkLst>
        </pc:picChg>
        <pc:picChg chg="add mod">
          <ac:chgData name="이호용" userId="af21a66d-2e9b-4c50-91f4-112262f0738c" providerId="ADAL" clId="{C7598DC2-8369-40F7-9FEB-938BCD0B7699}" dt="2021-06-11T12:30:26.355" v="3887" actId="1076"/>
          <ac:picMkLst>
            <pc:docMk/>
            <pc:sldMk cId="2623874735" sldId="267"/>
            <ac:picMk id="13" creationId="{2FDF38F7-A44E-4485-8B68-D0ACEBBE5B71}"/>
          </ac:picMkLst>
        </pc:picChg>
        <pc:picChg chg="add mod ord">
          <ac:chgData name="이호용" userId="af21a66d-2e9b-4c50-91f4-112262f0738c" providerId="ADAL" clId="{C7598DC2-8369-40F7-9FEB-938BCD0B7699}" dt="2021-06-11T12:47:49.081" v="4062" actId="14100"/>
          <ac:picMkLst>
            <pc:docMk/>
            <pc:sldMk cId="2623874735" sldId="267"/>
            <ac:picMk id="141" creationId="{C251DA33-1659-4ACB-A40E-821DB99D811D}"/>
          </ac:picMkLst>
        </pc:picChg>
        <pc:cxnChg chg="add mod">
          <ac:chgData name="이호용" userId="af21a66d-2e9b-4c50-91f4-112262f0738c" providerId="ADAL" clId="{C7598DC2-8369-40F7-9FEB-938BCD0B7699}" dt="2021-06-11T12:33:15.468" v="3904" actId="14100"/>
          <ac:cxnSpMkLst>
            <pc:docMk/>
            <pc:sldMk cId="2623874735" sldId="267"/>
            <ac:cxnSpMk id="15" creationId="{008D0ACC-A627-425C-A161-08CB2ADABE11}"/>
          </ac:cxnSpMkLst>
        </pc:cxnChg>
        <pc:cxnChg chg="add mod">
          <ac:chgData name="이호용" userId="af21a66d-2e9b-4c50-91f4-112262f0738c" providerId="ADAL" clId="{C7598DC2-8369-40F7-9FEB-938BCD0B7699}" dt="2021-06-11T12:32:08.333" v="3890" actId="13822"/>
          <ac:cxnSpMkLst>
            <pc:docMk/>
            <pc:sldMk cId="2623874735" sldId="267"/>
            <ac:cxnSpMk id="17" creationId="{390EEDF4-7517-4FDC-91DF-75C7AAD6105D}"/>
          </ac:cxnSpMkLst>
        </pc:cxnChg>
        <pc:cxnChg chg="add mod">
          <ac:chgData name="이호용" userId="af21a66d-2e9b-4c50-91f4-112262f0738c" providerId="ADAL" clId="{C7598DC2-8369-40F7-9FEB-938BCD0B7699}" dt="2021-06-11T12:32:29.717" v="3896" actId="1076"/>
          <ac:cxnSpMkLst>
            <pc:docMk/>
            <pc:sldMk cId="2623874735" sldId="267"/>
            <ac:cxnSpMk id="19" creationId="{689919AF-F102-4271-AB0E-7A4BA890E4C3}"/>
          </ac:cxnSpMkLst>
        </pc:cxnChg>
        <pc:cxnChg chg="add del mod">
          <ac:chgData name="이호용" userId="af21a66d-2e9b-4c50-91f4-112262f0738c" providerId="ADAL" clId="{C7598DC2-8369-40F7-9FEB-938BCD0B7699}" dt="2021-06-11T12:32:34.976" v="3898" actId="21"/>
          <ac:cxnSpMkLst>
            <pc:docMk/>
            <pc:sldMk cId="2623874735" sldId="267"/>
            <ac:cxnSpMk id="20" creationId="{5E93520B-9B80-4753-BEFF-381AF7520FD0}"/>
          </ac:cxnSpMkLst>
        </pc:cxnChg>
        <pc:cxnChg chg="add mod">
          <ac:chgData name="이호용" userId="af21a66d-2e9b-4c50-91f4-112262f0738c" providerId="ADAL" clId="{C7598DC2-8369-40F7-9FEB-938BCD0B7699}" dt="2021-06-11T12:32:41.494" v="3900" actId="13822"/>
          <ac:cxnSpMkLst>
            <pc:docMk/>
            <pc:sldMk cId="2623874735" sldId="267"/>
            <ac:cxnSpMk id="22" creationId="{E4CC6A58-EBA6-4DF5-8F42-F57D81C2E1E5}"/>
          </ac:cxnSpMkLst>
        </pc:cxnChg>
        <pc:cxnChg chg="add mod">
          <ac:chgData name="이호용" userId="af21a66d-2e9b-4c50-91f4-112262f0738c" providerId="ADAL" clId="{C7598DC2-8369-40F7-9FEB-938BCD0B7699}" dt="2021-06-11T12:32:47.502" v="3902" actId="13822"/>
          <ac:cxnSpMkLst>
            <pc:docMk/>
            <pc:sldMk cId="2623874735" sldId="267"/>
            <ac:cxnSpMk id="24" creationId="{26BA1ACA-CD18-40ED-8F89-FA266FF435ED}"/>
          </ac:cxnSpMkLst>
        </pc:cxnChg>
        <pc:cxnChg chg="add mod">
          <ac:chgData name="이호용" userId="af21a66d-2e9b-4c50-91f4-112262f0738c" providerId="ADAL" clId="{C7598DC2-8369-40F7-9FEB-938BCD0B7699}" dt="2021-06-11T12:33:24.801" v="3906" actId="13822"/>
          <ac:cxnSpMkLst>
            <pc:docMk/>
            <pc:sldMk cId="2623874735" sldId="267"/>
            <ac:cxnSpMk id="27" creationId="{DB485173-486D-4466-AF8A-07A3EDF854A9}"/>
          </ac:cxnSpMkLst>
        </pc:cxnChg>
        <pc:cxnChg chg="add del mod">
          <ac:chgData name="이호용" userId="af21a66d-2e9b-4c50-91f4-112262f0738c" providerId="ADAL" clId="{C7598DC2-8369-40F7-9FEB-938BCD0B7699}" dt="2021-06-11T12:33:46.856" v="3909" actId="21"/>
          <ac:cxnSpMkLst>
            <pc:docMk/>
            <pc:sldMk cId="2623874735" sldId="267"/>
            <ac:cxnSpMk id="28" creationId="{86823DDF-04FA-4032-A263-FFCFA5622C49}"/>
          </ac:cxnSpMkLst>
        </pc:cxnChg>
        <pc:cxnChg chg="add del mod">
          <ac:chgData name="이호용" userId="af21a66d-2e9b-4c50-91f4-112262f0738c" providerId="ADAL" clId="{C7598DC2-8369-40F7-9FEB-938BCD0B7699}" dt="2021-06-11T12:33:46.856" v="3909" actId="21"/>
          <ac:cxnSpMkLst>
            <pc:docMk/>
            <pc:sldMk cId="2623874735" sldId="267"/>
            <ac:cxnSpMk id="30" creationId="{00A200EB-6884-4665-90A0-73D59090F21E}"/>
          </ac:cxnSpMkLst>
        </pc:cxnChg>
        <pc:cxnChg chg="add del mod">
          <ac:chgData name="이호용" userId="af21a66d-2e9b-4c50-91f4-112262f0738c" providerId="ADAL" clId="{C7598DC2-8369-40F7-9FEB-938BCD0B7699}" dt="2021-06-11T12:33:46.856" v="3909" actId="21"/>
          <ac:cxnSpMkLst>
            <pc:docMk/>
            <pc:sldMk cId="2623874735" sldId="267"/>
            <ac:cxnSpMk id="31" creationId="{F75C42D8-11EC-4F9B-9B15-64A27077607C}"/>
          </ac:cxnSpMkLst>
        </pc:cxnChg>
        <pc:cxnChg chg="add del mod">
          <ac:chgData name="이호용" userId="af21a66d-2e9b-4c50-91f4-112262f0738c" providerId="ADAL" clId="{C7598DC2-8369-40F7-9FEB-938BCD0B7699}" dt="2021-06-11T12:33:46.856" v="3909" actId="21"/>
          <ac:cxnSpMkLst>
            <pc:docMk/>
            <pc:sldMk cId="2623874735" sldId="267"/>
            <ac:cxnSpMk id="32" creationId="{A2374596-1F43-4206-8EAE-DB69330C095B}"/>
          </ac:cxnSpMkLst>
        </pc:cxnChg>
        <pc:cxnChg chg="add del mod">
          <ac:chgData name="이호용" userId="af21a66d-2e9b-4c50-91f4-112262f0738c" providerId="ADAL" clId="{C7598DC2-8369-40F7-9FEB-938BCD0B7699}" dt="2021-06-11T12:33:46.856" v="3909" actId="21"/>
          <ac:cxnSpMkLst>
            <pc:docMk/>
            <pc:sldMk cId="2623874735" sldId="267"/>
            <ac:cxnSpMk id="33" creationId="{CE253DD6-98D0-4C88-BBFD-75564DD1E4B5}"/>
          </ac:cxnSpMkLst>
        </pc:cxnChg>
        <pc:cxnChg chg="add mod">
          <ac:chgData name="이호용" userId="af21a66d-2e9b-4c50-91f4-112262f0738c" providerId="ADAL" clId="{C7598DC2-8369-40F7-9FEB-938BCD0B7699}" dt="2021-06-11T12:34:03.301" v="3914" actId="14100"/>
          <ac:cxnSpMkLst>
            <pc:docMk/>
            <pc:sldMk cId="2623874735" sldId="267"/>
            <ac:cxnSpMk id="39" creationId="{37906A82-48E6-41AA-8867-9AAF84402C96}"/>
          </ac:cxnSpMkLst>
        </pc:cxnChg>
        <pc:cxnChg chg="add mod">
          <ac:chgData name="이호용" userId="af21a66d-2e9b-4c50-91f4-112262f0738c" providerId="ADAL" clId="{C7598DC2-8369-40F7-9FEB-938BCD0B7699}" dt="2021-06-11T12:34:21.472" v="3920" actId="1076"/>
          <ac:cxnSpMkLst>
            <pc:docMk/>
            <pc:sldMk cId="2623874735" sldId="267"/>
            <ac:cxnSpMk id="44" creationId="{7B14A73A-FFDD-46BD-A336-529F9AD4E8AF}"/>
          </ac:cxnSpMkLst>
        </pc:cxnChg>
        <pc:cxnChg chg="add mod">
          <ac:chgData name="이호용" userId="af21a66d-2e9b-4c50-91f4-112262f0738c" providerId="ADAL" clId="{C7598DC2-8369-40F7-9FEB-938BCD0B7699}" dt="2021-06-11T12:34:26.509" v="3922" actId="1076"/>
          <ac:cxnSpMkLst>
            <pc:docMk/>
            <pc:sldMk cId="2623874735" sldId="267"/>
            <ac:cxnSpMk id="46" creationId="{49D354AE-D48E-454E-A600-8285C99B3D68}"/>
          </ac:cxnSpMkLst>
        </pc:cxnChg>
        <pc:cxnChg chg="add mod">
          <ac:chgData name="이호용" userId="af21a66d-2e9b-4c50-91f4-112262f0738c" providerId="ADAL" clId="{C7598DC2-8369-40F7-9FEB-938BCD0B7699}" dt="2021-06-11T12:35:04.589" v="3930" actId="14100"/>
          <ac:cxnSpMkLst>
            <pc:docMk/>
            <pc:sldMk cId="2623874735" sldId="267"/>
            <ac:cxnSpMk id="48" creationId="{6306BB3E-5BDB-48CD-9092-045DEE618798}"/>
          </ac:cxnSpMkLst>
        </pc:cxnChg>
        <pc:cxnChg chg="add mod">
          <ac:chgData name="이호용" userId="af21a66d-2e9b-4c50-91f4-112262f0738c" providerId="ADAL" clId="{C7598DC2-8369-40F7-9FEB-938BCD0B7699}" dt="2021-06-11T12:35:27.554" v="3937" actId="14100"/>
          <ac:cxnSpMkLst>
            <pc:docMk/>
            <pc:sldMk cId="2623874735" sldId="267"/>
            <ac:cxnSpMk id="54" creationId="{682221A8-0F85-4642-8DAD-7204826876E6}"/>
          </ac:cxnSpMkLst>
        </pc:cxnChg>
        <pc:cxnChg chg="add mod">
          <ac:chgData name="이호용" userId="af21a66d-2e9b-4c50-91f4-112262f0738c" providerId="ADAL" clId="{C7598DC2-8369-40F7-9FEB-938BCD0B7699}" dt="2021-06-11T12:35:44.202" v="3943" actId="14100"/>
          <ac:cxnSpMkLst>
            <pc:docMk/>
            <pc:sldMk cId="2623874735" sldId="267"/>
            <ac:cxnSpMk id="58" creationId="{51B8BB8F-BCB7-468C-BB12-22F1200378F6}"/>
          </ac:cxnSpMkLst>
        </pc:cxnChg>
        <pc:cxnChg chg="add mod">
          <ac:chgData name="이호용" userId="af21a66d-2e9b-4c50-91f4-112262f0738c" providerId="ADAL" clId="{C7598DC2-8369-40F7-9FEB-938BCD0B7699}" dt="2021-06-11T12:35:57.793" v="3945" actId="13822"/>
          <ac:cxnSpMkLst>
            <pc:docMk/>
            <pc:sldMk cId="2623874735" sldId="267"/>
            <ac:cxnSpMk id="62" creationId="{FEFB5FB7-506B-42BB-B27A-373513E10095}"/>
          </ac:cxnSpMkLst>
        </pc:cxnChg>
        <pc:cxnChg chg="add mod">
          <ac:chgData name="이호용" userId="af21a66d-2e9b-4c50-91f4-112262f0738c" providerId="ADAL" clId="{C7598DC2-8369-40F7-9FEB-938BCD0B7699}" dt="2021-06-11T12:36:03.443" v="3947" actId="13822"/>
          <ac:cxnSpMkLst>
            <pc:docMk/>
            <pc:sldMk cId="2623874735" sldId="267"/>
            <ac:cxnSpMk id="64" creationId="{296964A9-5D7E-4697-84BC-C18FC15CA542}"/>
          </ac:cxnSpMkLst>
        </pc:cxnChg>
        <pc:cxnChg chg="add mod">
          <ac:chgData name="이호용" userId="af21a66d-2e9b-4c50-91f4-112262f0738c" providerId="ADAL" clId="{C7598DC2-8369-40F7-9FEB-938BCD0B7699}" dt="2021-06-11T12:36:17.116" v="3950" actId="13822"/>
          <ac:cxnSpMkLst>
            <pc:docMk/>
            <pc:sldMk cId="2623874735" sldId="267"/>
            <ac:cxnSpMk id="66" creationId="{904E7D78-C677-42E1-B361-ACF61F3F4F18}"/>
          </ac:cxnSpMkLst>
        </pc:cxnChg>
        <pc:cxnChg chg="add mod">
          <ac:chgData name="이호용" userId="af21a66d-2e9b-4c50-91f4-112262f0738c" providerId="ADAL" clId="{C7598DC2-8369-40F7-9FEB-938BCD0B7699}" dt="2021-06-11T12:36:24.301" v="3952" actId="1076"/>
          <ac:cxnSpMkLst>
            <pc:docMk/>
            <pc:sldMk cId="2623874735" sldId="267"/>
            <ac:cxnSpMk id="68" creationId="{AB92AA14-15E2-4505-A339-42C9C7863BFD}"/>
          </ac:cxnSpMkLst>
        </pc:cxnChg>
        <pc:cxnChg chg="add mod">
          <ac:chgData name="이호용" userId="af21a66d-2e9b-4c50-91f4-112262f0738c" providerId="ADAL" clId="{C7598DC2-8369-40F7-9FEB-938BCD0B7699}" dt="2021-06-11T12:36:28.858" v="3954" actId="1076"/>
          <ac:cxnSpMkLst>
            <pc:docMk/>
            <pc:sldMk cId="2623874735" sldId="267"/>
            <ac:cxnSpMk id="69" creationId="{5449F6D3-1979-4B0C-80CC-CBBF4EE6C97B}"/>
          </ac:cxnSpMkLst>
        </pc:cxnChg>
        <pc:cxnChg chg="add mod">
          <ac:chgData name="이호용" userId="af21a66d-2e9b-4c50-91f4-112262f0738c" providerId="ADAL" clId="{C7598DC2-8369-40F7-9FEB-938BCD0B7699}" dt="2021-06-11T12:36:36.017" v="3957" actId="14100"/>
          <ac:cxnSpMkLst>
            <pc:docMk/>
            <pc:sldMk cId="2623874735" sldId="267"/>
            <ac:cxnSpMk id="70" creationId="{33AC8F5E-7DC0-47F2-8D71-C76531B4B8CB}"/>
          </ac:cxnSpMkLst>
        </pc:cxnChg>
        <pc:cxnChg chg="add mod">
          <ac:chgData name="이호용" userId="af21a66d-2e9b-4c50-91f4-112262f0738c" providerId="ADAL" clId="{C7598DC2-8369-40F7-9FEB-938BCD0B7699}" dt="2021-06-11T12:36:42.285" v="3959" actId="1076"/>
          <ac:cxnSpMkLst>
            <pc:docMk/>
            <pc:sldMk cId="2623874735" sldId="267"/>
            <ac:cxnSpMk id="72" creationId="{2F081BEC-90D7-4036-8622-92DD3D58CA85}"/>
          </ac:cxnSpMkLst>
        </pc:cxnChg>
        <pc:cxnChg chg="add mod">
          <ac:chgData name="이호용" userId="af21a66d-2e9b-4c50-91f4-112262f0738c" providerId="ADAL" clId="{C7598DC2-8369-40F7-9FEB-938BCD0B7699}" dt="2021-06-11T12:36:47.730" v="3961" actId="1076"/>
          <ac:cxnSpMkLst>
            <pc:docMk/>
            <pc:sldMk cId="2623874735" sldId="267"/>
            <ac:cxnSpMk id="73" creationId="{24242657-94CD-4C36-A911-64542252E7F8}"/>
          </ac:cxnSpMkLst>
        </pc:cxnChg>
        <pc:cxnChg chg="add mod">
          <ac:chgData name="이호용" userId="af21a66d-2e9b-4c50-91f4-112262f0738c" providerId="ADAL" clId="{C7598DC2-8369-40F7-9FEB-938BCD0B7699}" dt="2021-06-11T12:37:12.208" v="3969" actId="1076"/>
          <ac:cxnSpMkLst>
            <pc:docMk/>
            <pc:sldMk cId="2623874735" sldId="267"/>
            <ac:cxnSpMk id="75" creationId="{38CCB9F4-2FBB-40A5-8872-60C459474994}"/>
          </ac:cxnSpMkLst>
        </pc:cxnChg>
        <pc:cxnChg chg="add mod">
          <ac:chgData name="이호용" userId="af21a66d-2e9b-4c50-91f4-112262f0738c" providerId="ADAL" clId="{C7598DC2-8369-40F7-9FEB-938BCD0B7699}" dt="2021-06-11T12:37:28.668" v="3975" actId="14100"/>
          <ac:cxnSpMkLst>
            <pc:docMk/>
            <pc:sldMk cId="2623874735" sldId="267"/>
            <ac:cxnSpMk id="78" creationId="{E10015DA-B3EC-4B54-93A5-3EDBF7B6D51B}"/>
          </ac:cxnSpMkLst>
        </pc:cxnChg>
        <pc:cxnChg chg="add mod">
          <ac:chgData name="이호용" userId="af21a66d-2e9b-4c50-91f4-112262f0738c" providerId="ADAL" clId="{C7598DC2-8369-40F7-9FEB-938BCD0B7699}" dt="2021-06-11T12:37:38.584" v="3977" actId="13822"/>
          <ac:cxnSpMkLst>
            <pc:docMk/>
            <pc:sldMk cId="2623874735" sldId="267"/>
            <ac:cxnSpMk id="81" creationId="{997C5728-0EF6-412E-8C26-8165B8380782}"/>
          </ac:cxnSpMkLst>
        </pc:cxnChg>
        <pc:cxnChg chg="add mod">
          <ac:chgData name="이호용" userId="af21a66d-2e9b-4c50-91f4-112262f0738c" providerId="ADAL" clId="{C7598DC2-8369-40F7-9FEB-938BCD0B7699}" dt="2021-06-11T12:37:43.387" v="3979" actId="13822"/>
          <ac:cxnSpMkLst>
            <pc:docMk/>
            <pc:sldMk cId="2623874735" sldId="267"/>
            <ac:cxnSpMk id="83" creationId="{6A23B721-1837-42A2-8AAC-D99EEC4F5276}"/>
          </ac:cxnSpMkLst>
        </pc:cxnChg>
        <pc:cxnChg chg="add mod">
          <ac:chgData name="이호용" userId="af21a66d-2e9b-4c50-91f4-112262f0738c" providerId="ADAL" clId="{C7598DC2-8369-40F7-9FEB-938BCD0B7699}" dt="2021-06-11T12:37:47.612" v="3981" actId="13822"/>
          <ac:cxnSpMkLst>
            <pc:docMk/>
            <pc:sldMk cId="2623874735" sldId="267"/>
            <ac:cxnSpMk id="85" creationId="{7D716DBF-44D3-4E99-9ABA-8FD35B4AE8BC}"/>
          </ac:cxnSpMkLst>
        </pc:cxnChg>
        <pc:cxnChg chg="add mod">
          <ac:chgData name="이호용" userId="af21a66d-2e9b-4c50-91f4-112262f0738c" providerId="ADAL" clId="{C7598DC2-8369-40F7-9FEB-938BCD0B7699}" dt="2021-06-11T12:37:54.221" v="3983" actId="13822"/>
          <ac:cxnSpMkLst>
            <pc:docMk/>
            <pc:sldMk cId="2623874735" sldId="267"/>
            <ac:cxnSpMk id="87" creationId="{069B56A3-F124-4AE5-A21A-E1F0E655F5A9}"/>
          </ac:cxnSpMkLst>
        </pc:cxnChg>
        <pc:cxnChg chg="add mod">
          <ac:chgData name="이호용" userId="af21a66d-2e9b-4c50-91f4-112262f0738c" providerId="ADAL" clId="{C7598DC2-8369-40F7-9FEB-938BCD0B7699}" dt="2021-06-11T12:37:59.457" v="3985" actId="13822"/>
          <ac:cxnSpMkLst>
            <pc:docMk/>
            <pc:sldMk cId="2623874735" sldId="267"/>
            <ac:cxnSpMk id="89" creationId="{C4E314F4-F438-4CB7-91B0-2DD15E861A95}"/>
          </ac:cxnSpMkLst>
        </pc:cxnChg>
        <pc:cxnChg chg="add mod">
          <ac:chgData name="이호용" userId="af21a66d-2e9b-4c50-91f4-112262f0738c" providerId="ADAL" clId="{C7598DC2-8369-40F7-9FEB-938BCD0B7699}" dt="2021-06-11T12:38:03.823" v="3987" actId="13822"/>
          <ac:cxnSpMkLst>
            <pc:docMk/>
            <pc:sldMk cId="2623874735" sldId="267"/>
            <ac:cxnSpMk id="91" creationId="{267B202E-619A-40F0-83F4-DBD7323C1818}"/>
          </ac:cxnSpMkLst>
        </pc:cxnChg>
        <pc:cxnChg chg="add mod">
          <ac:chgData name="이호용" userId="af21a66d-2e9b-4c50-91f4-112262f0738c" providerId="ADAL" clId="{C7598DC2-8369-40F7-9FEB-938BCD0B7699}" dt="2021-06-11T12:38:08.593" v="3989" actId="13822"/>
          <ac:cxnSpMkLst>
            <pc:docMk/>
            <pc:sldMk cId="2623874735" sldId="267"/>
            <ac:cxnSpMk id="93" creationId="{B5C041FA-BC94-44F2-9E2A-5102099C0963}"/>
          </ac:cxnSpMkLst>
        </pc:cxnChg>
        <pc:cxnChg chg="add mod">
          <ac:chgData name="이호용" userId="af21a66d-2e9b-4c50-91f4-112262f0738c" providerId="ADAL" clId="{C7598DC2-8369-40F7-9FEB-938BCD0B7699}" dt="2021-06-11T12:38:14.363" v="3991" actId="13822"/>
          <ac:cxnSpMkLst>
            <pc:docMk/>
            <pc:sldMk cId="2623874735" sldId="267"/>
            <ac:cxnSpMk id="95" creationId="{F9323818-5166-4A3A-AF04-2C609847DEAB}"/>
          </ac:cxnSpMkLst>
        </pc:cxnChg>
        <pc:cxnChg chg="add mod">
          <ac:chgData name="이호용" userId="af21a66d-2e9b-4c50-91f4-112262f0738c" providerId="ADAL" clId="{C7598DC2-8369-40F7-9FEB-938BCD0B7699}" dt="2021-06-11T12:38:20.510" v="3993" actId="13822"/>
          <ac:cxnSpMkLst>
            <pc:docMk/>
            <pc:sldMk cId="2623874735" sldId="267"/>
            <ac:cxnSpMk id="97" creationId="{EC5E2F83-B6E4-431E-9198-D4028536598F}"/>
          </ac:cxnSpMkLst>
        </pc:cxnChg>
        <pc:cxnChg chg="add mod">
          <ac:chgData name="이호용" userId="af21a66d-2e9b-4c50-91f4-112262f0738c" providerId="ADAL" clId="{C7598DC2-8369-40F7-9FEB-938BCD0B7699}" dt="2021-06-11T12:38:28.952" v="3995" actId="13822"/>
          <ac:cxnSpMkLst>
            <pc:docMk/>
            <pc:sldMk cId="2623874735" sldId="267"/>
            <ac:cxnSpMk id="99" creationId="{C51D9CA5-FAEE-4349-825D-C42420C29A5E}"/>
          </ac:cxnSpMkLst>
        </pc:cxnChg>
        <pc:cxnChg chg="add mod">
          <ac:chgData name="이호용" userId="af21a66d-2e9b-4c50-91f4-112262f0738c" providerId="ADAL" clId="{C7598DC2-8369-40F7-9FEB-938BCD0B7699}" dt="2021-06-11T12:38:35.791" v="3997" actId="13822"/>
          <ac:cxnSpMkLst>
            <pc:docMk/>
            <pc:sldMk cId="2623874735" sldId="267"/>
            <ac:cxnSpMk id="101" creationId="{4AA68BEB-3F17-4F5B-BC68-3503EC8EA20C}"/>
          </ac:cxnSpMkLst>
        </pc:cxnChg>
        <pc:cxnChg chg="add mod">
          <ac:chgData name="이호용" userId="af21a66d-2e9b-4c50-91f4-112262f0738c" providerId="ADAL" clId="{C7598DC2-8369-40F7-9FEB-938BCD0B7699}" dt="2021-06-11T12:38:40.413" v="3999" actId="13822"/>
          <ac:cxnSpMkLst>
            <pc:docMk/>
            <pc:sldMk cId="2623874735" sldId="267"/>
            <ac:cxnSpMk id="103" creationId="{40A05DC3-C942-497F-8CEB-E3C3B6B7C11A}"/>
          </ac:cxnSpMkLst>
        </pc:cxnChg>
        <pc:cxnChg chg="add mod">
          <ac:chgData name="이호용" userId="af21a66d-2e9b-4c50-91f4-112262f0738c" providerId="ADAL" clId="{C7598DC2-8369-40F7-9FEB-938BCD0B7699}" dt="2021-06-11T12:38:45.118" v="4001" actId="13822"/>
          <ac:cxnSpMkLst>
            <pc:docMk/>
            <pc:sldMk cId="2623874735" sldId="267"/>
            <ac:cxnSpMk id="105" creationId="{9EEAFDB6-6589-4380-9CED-60B61FFA3189}"/>
          </ac:cxnSpMkLst>
        </pc:cxnChg>
        <pc:cxnChg chg="add mod">
          <ac:chgData name="이호용" userId="af21a66d-2e9b-4c50-91f4-112262f0738c" providerId="ADAL" clId="{C7598DC2-8369-40F7-9FEB-938BCD0B7699}" dt="2021-06-11T12:38:48.671" v="4003" actId="13822"/>
          <ac:cxnSpMkLst>
            <pc:docMk/>
            <pc:sldMk cId="2623874735" sldId="267"/>
            <ac:cxnSpMk id="107" creationId="{509A61C6-6EC6-426F-BF48-130AC172F041}"/>
          </ac:cxnSpMkLst>
        </pc:cxnChg>
        <pc:cxnChg chg="add mod">
          <ac:chgData name="이호용" userId="af21a66d-2e9b-4c50-91f4-112262f0738c" providerId="ADAL" clId="{C7598DC2-8369-40F7-9FEB-938BCD0B7699}" dt="2021-06-11T12:38:53.106" v="4005" actId="13822"/>
          <ac:cxnSpMkLst>
            <pc:docMk/>
            <pc:sldMk cId="2623874735" sldId="267"/>
            <ac:cxnSpMk id="109" creationId="{C36092A3-0E45-42D5-BA42-8657BC0F9036}"/>
          </ac:cxnSpMkLst>
        </pc:cxnChg>
        <pc:cxnChg chg="add mod">
          <ac:chgData name="이호용" userId="af21a66d-2e9b-4c50-91f4-112262f0738c" providerId="ADAL" clId="{C7598DC2-8369-40F7-9FEB-938BCD0B7699}" dt="2021-06-11T12:38:57.694" v="4007" actId="13822"/>
          <ac:cxnSpMkLst>
            <pc:docMk/>
            <pc:sldMk cId="2623874735" sldId="267"/>
            <ac:cxnSpMk id="111" creationId="{4ED95535-55CB-45D1-8C77-68B313843EBE}"/>
          </ac:cxnSpMkLst>
        </pc:cxnChg>
        <pc:cxnChg chg="add mod">
          <ac:chgData name="이호용" userId="af21a66d-2e9b-4c50-91f4-112262f0738c" providerId="ADAL" clId="{C7598DC2-8369-40F7-9FEB-938BCD0B7699}" dt="2021-06-11T12:39:02.650" v="4009" actId="13822"/>
          <ac:cxnSpMkLst>
            <pc:docMk/>
            <pc:sldMk cId="2623874735" sldId="267"/>
            <ac:cxnSpMk id="113" creationId="{ED60D54B-79AE-4770-8205-A15188FFBF1E}"/>
          </ac:cxnSpMkLst>
        </pc:cxnChg>
        <pc:cxnChg chg="add mod">
          <ac:chgData name="이호용" userId="af21a66d-2e9b-4c50-91f4-112262f0738c" providerId="ADAL" clId="{C7598DC2-8369-40F7-9FEB-938BCD0B7699}" dt="2021-06-11T12:39:07.512" v="4011" actId="13822"/>
          <ac:cxnSpMkLst>
            <pc:docMk/>
            <pc:sldMk cId="2623874735" sldId="267"/>
            <ac:cxnSpMk id="115" creationId="{48BA5BA4-F391-4A0E-82C8-060B6FE4BE30}"/>
          </ac:cxnSpMkLst>
        </pc:cxnChg>
        <pc:cxnChg chg="add mod">
          <ac:chgData name="이호용" userId="af21a66d-2e9b-4c50-91f4-112262f0738c" providerId="ADAL" clId="{C7598DC2-8369-40F7-9FEB-938BCD0B7699}" dt="2021-06-11T12:39:11.576" v="4013" actId="13822"/>
          <ac:cxnSpMkLst>
            <pc:docMk/>
            <pc:sldMk cId="2623874735" sldId="267"/>
            <ac:cxnSpMk id="117" creationId="{EA535A29-42B0-4351-A6EC-9411E20AAAEC}"/>
          </ac:cxnSpMkLst>
        </pc:cxnChg>
        <pc:cxnChg chg="add mod">
          <ac:chgData name="이호용" userId="af21a66d-2e9b-4c50-91f4-112262f0738c" providerId="ADAL" clId="{C7598DC2-8369-40F7-9FEB-938BCD0B7699}" dt="2021-06-11T12:39:16.439" v="4015" actId="13822"/>
          <ac:cxnSpMkLst>
            <pc:docMk/>
            <pc:sldMk cId="2623874735" sldId="267"/>
            <ac:cxnSpMk id="119" creationId="{12BBB3F8-25F2-4F41-BAB8-9FCD12E52B9A}"/>
          </ac:cxnSpMkLst>
        </pc:cxnChg>
        <pc:cxnChg chg="add mod">
          <ac:chgData name="이호용" userId="af21a66d-2e9b-4c50-91f4-112262f0738c" providerId="ADAL" clId="{C7598DC2-8369-40F7-9FEB-938BCD0B7699}" dt="2021-06-11T12:39:22.959" v="4017" actId="13822"/>
          <ac:cxnSpMkLst>
            <pc:docMk/>
            <pc:sldMk cId="2623874735" sldId="267"/>
            <ac:cxnSpMk id="121" creationId="{B84C2317-78E8-465A-9BE5-2E8CCD6700E3}"/>
          </ac:cxnSpMkLst>
        </pc:cxnChg>
        <pc:cxnChg chg="add mod">
          <ac:chgData name="이호용" userId="af21a66d-2e9b-4c50-91f4-112262f0738c" providerId="ADAL" clId="{C7598DC2-8369-40F7-9FEB-938BCD0B7699}" dt="2021-06-11T12:39:28.762" v="4019" actId="13822"/>
          <ac:cxnSpMkLst>
            <pc:docMk/>
            <pc:sldMk cId="2623874735" sldId="267"/>
            <ac:cxnSpMk id="123" creationId="{C67A342F-498A-43B7-8DF0-011F1C19F4BC}"/>
          </ac:cxnSpMkLst>
        </pc:cxnChg>
        <pc:cxnChg chg="add mod">
          <ac:chgData name="이호용" userId="af21a66d-2e9b-4c50-91f4-112262f0738c" providerId="ADAL" clId="{C7598DC2-8369-40F7-9FEB-938BCD0B7699}" dt="2021-06-11T12:39:32.951" v="4021" actId="13822"/>
          <ac:cxnSpMkLst>
            <pc:docMk/>
            <pc:sldMk cId="2623874735" sldId="267"/>
            <ac:cxnSpMk id="125" creationId="{068BD087-9E77-4231-846C-1BBB8AA65243}"/>
          </ac:cxnSpMkLst>
        </pc:cxnChg>
        <pc:cxnChg chg="add mod">
          <ac:chgData name="이호용" userId="af21a66d-2e9b-4c50-91f4-112262f0738c" providerId="ADAL" clId="{C7598DC2-8369-40F7-9FEB-938BCD0B7699}" dt="2021-06-11T12:39:36.921" v="4023" actId="13822"/>
          <ac:cxnSpMkLst>
            <pc:docMk/>
            <pc:sldMk cId="2623874735" sldId="267"/>
            <ac:cxnSpMk id="127" creationId="{045184DF-EECB-43E7-95F5-44D3E58C84A8}"/>
          </ac:cxnSpMkLst>
        </pc:cxnChg>
        <pc:cxnChg chg="add mod">
          <ac:chgData name="이호용" userId="af21a66d-2e9b-4c50-91f4-112262f0738c" providerId="ADAL" clId="{C7598DC2-8369-40F7-9FEB-938BCD0B7699}" dt="2021-06-11T12:39:41.791" v="4025" actId="13822"/>
          <ac:cxnSpMkLst>
            <pc:docMk/>
            <pc:sldMk cId="2623874735" sldId="267"/>
            <ac:cxnSpMk id="129" creationId="{8C4A1336-AF23-4BB0-8526-005D1AD4B317}"/>
          </ac:cxnSpMkLst>
        </pc:cxnChg>
        <pc:cxnChg chg="add mod">
          <ac:chgData name="이호용" userId="af21a66d-2e9b-4c50-91f4-112262f0738c" providerId="ADAL" clId="{C7598DC2-8369-40F7-9FEB-938BCD0B7699}" dt="2021-06-11T12:39:47.158" v="4027" actId="13822"/>
          <ac:cxnSpMkLst>
            <pc:docMk/>
            <pc:sldMk cId="2623874735" sldId="267"/>
            <ac:cxnSpMk id="131" creationId="{4F4AE9B2-988D-495B-B1B5-9EA698874550}"/>
          </ac:cxnSpMkLst>
        </pc:cxnChg>
        <pc:cxnChg chg="add mod">
          <ac:chgData name="이호용" userId="af21a66d-2e9b-4c50-91f4-112262f0738c" providerId="ADAL" clId="{C7598DC2-8369-40F7-9FEB-938BCD0B7699}" dt="2021-06-11T12:39:51.639" v="4029" actId="13822"/>
          <ac:cxnSpMkLst>
            <pc:docMk/>
            <pc:sldMk cId="2623874735" sldId="267"/>
            <ac:cxnSpMk id="133" creationId="{BABF0F8D-AFF5-46F5-8BE7-DFC41BC5028E}"/>
          </ac:cxnSpMkLst>
        </pc:cxnChg>
        <pc:cxnChg chg="add mod">
          <ac:chgData name="이호용" userId="af21a66d-2e9b-4c50-91f4-112262f0738c" providerId="ADAL" clId="{C7598DC2-8369-40F7-9FEB-938BCD0B7699}" dt="2021-06-11T12:39:57.752" v="4031" actId="13822"/>
          <ac:cxnSpMkLst>
            <pc:docMk/>
            <pc:sldMk cId="2623874735" sldId="267"/>
            <ac:cxnSpMk id="135" creationId="{15652DE2-01C7-4E8F-9E77-F066313D525B}"/>
          </ac:cxnSpMkLst>
        </pc:cxnChg>
        <pc:cxnChg chg="add mod">
          <ac:chgData name="이호용" userId="af21a66d-2e9b-4c50-91f4-112262f0738c" providerId="ADAL" clId="{C7598DC2-8369-40F7-9FEB-938BCD0B7699}" dt="2021-06-11T12:40:03.137" v="4033" actId="13822"/>
          <ac:cxnSpMkLst>
            <pc:docMk/>
            <pc:sldMk cId="2623874735" sldId="267"/>
            <ac:cxnSpMk id="137" creationId="{694A458B-44D8-40D7-9EEF-42540A498228}"/>
          </ac:cxnSpMkLst>
        </pc:cxnChg>
        <pc:cxnChg chg="add mod">
          <ac:chgData name="이호용" userId="af21a66d-2e9b-4c50-91f4-112262f0738c" providerId="ADAL" clId="{C7598DC2-8369-40F7-9FEB-938BCD0B7699}" dt="2021-06-11T12:40:07.853" v="4035" actId="13822"/>
          <ac:cxnSpMkLst>
            <pc:docMk/>
            <pc:sldMk cId="2623874735" sldId="267"/>
            <ac:cxnSpMk id="139" creationId="{C3949AAD-4D95-4605-B2EF-F16F0CD9164B}"/>
          </ac:cxnSpMkLst>
        </pc:cxnChg>
      </pc:sldChg>
      <pc:sldChg chg="addSp modSp new mod">
        <pc:chgData name="이호용" userId="af21a66d-2e9b-4c50-91f4-112262f0738c" providerId="ADAL" clId="{C7598DC2-8369-40F7-9FEB-938BCD0B7699}" dt="2021-06-11T16:08:14.810" v="4605"/>
        <pc:sldMkLst>
          <pc:docMk/>
          <pc:sldMk cId="141598500" sldId="268"/>
        </pc:sldMkLst>
        <pc:spChg chg="add mod">
          <ac:chgData name="이호용" userId="af21a66d-2e9b-4c50-91f4-112262f0738c" providerId="ADAL" clId="{C7598DC2-8369-40F7-9FEB-938BCD0B7699}" dt="2021-06-11T16:08:05.369" v="4586" actId="1076"/>
          <ac:spMkLst>
            <pc:docMk/>
            <pc:sldMk cId="141598500" sldId="268"/>
            <ac:spMk id="8" creationId="{121CC041-A36E-47BC-848A-0DC783133815}"/>
          </ac:spMkLst>
        </pc:spChg>
        <pc:spChg chg="add mod">
          <ac:chgData name="이호용" userId="af21a66d-2e9b-4c50-91f4-112262f0738c" providerId="ADAL" clId="{C7598DC2-8369-40F7-9FEB-938BCD0B7699}" dt="2021-06-11T16:08:14.810" v="4605"/>
          <ac:spMkLst>
            <pc:docMk/>
            <pc:sldMk cId="141598500" sldId="268"/>
            <ac:spMk id="9" creationId="{E5EADAEB-47BB-4941-ABAD-BFEB37AF7346}"/>
          </ac:spMkLst>
        </pc:spChg>
        <pc:picChg chg="add mod">
          <ac:chgData name="이호용" userId="af21a66d-2e9b-4c50-91f4-112262f0738c" providerId="ADAL" clId="{C7598DC2-8369-40F7-9FEB-938BCD0B7699}" dt="2021-06-11T14:29:24.271" v="4242" actId="14100"/>
          <ac:picMkLst>
            <pc:docMk/>
            <pc:sldMk cId="141598500" sldId="268"/>
            <ac:picMk id="3" creationId="{59FA2C14-4B8D-4584-A80E-C7BF728EC6C1}"/>
          </ac:picMkLst>
        </pc:picChg>
        <pc:picChg chg="add mod">
          <ac:chgData name="이호용" userId="af21a66d-2e9b-4c50-91f4-112262f0738c" providerId="ADAL" clId="{C7598DC2-8369-40F7-9FEB-938BCD0B7699}" dt="2021-06-11T14:29:21.544" v="4241" actId="1076"/>
          <ac:picMkLst>
            <pc:docMk/>
            <pc:sldMk cId="141598500" sldId="268"/>
            <ac:picMk id="5" creationId="{9D726172-D092-4D05-9920-9DDE4B4D9595}"/>
          </ac:picMkLst>
        </pc:picChg>
        <pc:picChg chg="add mod">
          <ac:chgData name="이호용" userId="af21a66d-2e9b-4c50-91f4-112262f0738c" providerId="ADAL" clId="{C7598DC2-8369-40F7-9FEB-938BCD0B7699}" dt="2021-06-11T14:29:08.023" v="4236" actId="1076"/>
          <ac:picMkLst>
            <pc:docMk/>
            <pc:sldMk cId="141598500" sldId="268"/>
            <ac:picMk id="7" creationId="{CF357E32-8C58-42C3-B223-A501F80DC9EB}"/>
          </ac:picMkLst>
        </pc:picChg>
      </pc:sldChg>
      <pc:sldChg chg="modSp new mod ord">
        <pc:chgData name="이호용" userId="af21a66d-2e9b-4c50-91f4-112262f0738c" providerId="ADAL" clId="{C7598DC2-8369-40F7-9FEB-938BCD0B7699}" dt="2021-06-11T17:37:18.897" v="4635"/>
        <pc:sldMkLst>
          <pc:docMk/>
          <pc:sldMk cId="3261129015" sldId="269"/>
        </pc:sldMkLst>
        <pc:spChg chg="mod">
          <ac:chgData name="이호용" userId="af21a66d-2e9b-4c50-91f4-112262f0738c" providerId="ADAL" clId="{C7598DC2-8369-40F7-9FEB-938BCD0B7699}" dt="2021-06-11T16:05:01.776" v="4393"/>
          <ac:spMkLst>
            <pc:docMk/>
            <pc:sldMk cId="3261129015" sldId="269"/>
            <ac:spMk id="2" creationId="{4ED7EB3C-D79F-4B9C-8195-BCAD413A7379}"/>
          </ac:spMkLst>
        </pc:spChg>
        <pc:spChg chg="mod">
          <ac:chgData name="이호용" userId="af21a66d-2e9b-4c50-91f4-112262f0738c" providerId="ADAL" clId="{C7598DC2-8369-40F7-9FEB-938BCD0B7699}" dt="2021-06-11T17:37:18.897" v="4635"/>
          <ac:spMkLst>
            <pc:docMk/>
            <pc:sldMk cId="3261129015" sldId="269"/>
            <ac:spMk id="3" creationId="{FF28E10B-E789-4A0F-87CB-6976B63A1A9C}"/>
          </ac:spMkLst>
        </pc:spChg>
      </pc:sldChg>
      <pc:sldChg chg="addSp modSp new mod">
        <pc:chgData name="이호용" userId="af21a66d-2e9b-4c50-91f4-112262f0738c" providerId="ADAL" clId="{C7598DC2-8369-40F7-9FEB-938BCD0B7699}" dt="2021-06-11T17:00:27.094" v="4631" actId="1076"/>
        <pc:sldMkLst>
          <pc:docMk/>
          <pc:sldMk cId="876001850" sldId="270"/>
        </pc:sldMkLst>
        <pc:spChg chg="add mod">
          <ac:chgData name="이호용" userId="af21a66d-2e9b-4c50-91f4-112262f0738c" providerId="ADAL" clId="{C7598DC2-8369-40F7-9FEB-938BCD0B7699}" dt="2021-06-11T17:00:27.094" v="4631" actId="1076"/>
          <ac:spMkLst>
            <pc:docMk/>
            <pc:sldMk cId="876001850" sldId="270"/>
            <ac:spMk id="2" creationId="{9682523F-0797-438D-B46E-D5AC345CA59A}"/>
          </ac:spMkLst>
        </pc:spChg>
      </pc:sldChg>
      <pc:sldChg chg="addSp modSp new mod ord">
        <pc:chgData name="이호용" userId="af21a66d-2e9b-4c50-91f4-112262f0738c" providerId="ADAL" clId="{C7598DC2-8369-40F7-9FEB-938BCD0B7699}" dt="2021-06-11T18:19:23.200" v="5133"/>
        <pc:sldMkLst>
          <pc:docMk/>
          <pc:sldMk cId="2155506820" sldId="271"/>
        </pc:sldMkLst>
        <pc:spChg chg="add mod">
          <ac:chgData name="이호용" userId="af21a66d-2e9b-4c50-91f4-112262f0738c" providerId="ADAL" clId="{C7598DC2-8369-40F7-9FEB-938BCD0B7699}" dt="2021-06-11T18:19:23.200" v="5133"/>
          <ac:spMkLst>
            <pc:docMk/>
            <pc:sldMk cId="2155506820" sldId="271"/>
            <ac:spMk id="2" creationId="{F1CAC561-2E04-407A-9805-8A66E42A10DA}"/>
          </ac:spMkLst>
        </pc:spChg>
      </pc:sldChg>
      <pc:sldChg chg="addSp modSp new mod ord">
        <pc:chgData name="이호용" userId="af21a66d-2e9b-4c50-91f4-112262f0738c" providerId="ADAL" clId="{C7598DC2-8369-40F7-9FEB-938BCD0B7699}" dt="2021-06-13T00:18:04.524" v="5437"/>
        <pc:sldMkLst>
          <pc:docMk/>
          <pc:sldMk cId="3520469120" sldId="272"/>
        </pc:sldMkLst>
        <pc:spChg chg="add mod">
          <ac:chgData name="이호용" userId="af21a66d-2e9b-4c50-91f4-112262f0738c" providerId="ADAL" clId="{C7598DC2-8369-40F7-9FEB-938BCD0B7699}" dt="2021-06-13T00:15:34.532" v="5436"/>
          <ac:spMkLst>
            <pc:docMk/>
            <pc:sldMk cId="3520469120" sldId="272"/>
            <ac:spMk id="4" creationId="{CD189E90-8526-433E-B825-2580BE94477F}"/>
          </ac:spMkLst>
        </pc:spChg>
        <pc:picChg chg="add mod">
          <ac:chgData name="이호용" userId="af21a66d-2e9b-4c50-91f4-112262f0738c" providerId="ADAL" clId="{C7598DC2-8369-40F7-9FEB-938BCD0B7699}" dt="2021-06-13T00:10:58.132" v="5137" actId="1076"/>
          <ac:picMkLst>
            <pc:docMk/>
            <pc:sldMk cId="3520469120" sldId="272"/>
            <ac:picMk id="3" creationId="{B6BFD9ED-CA29-45C9-8E7B-8E06A2497727}"/>
          </ac:picMkLst>
        </pc:picChg>
        <pc:picChg chg="add mod">
          <ac:chgData name="이호용" userId="af21a66d-2e9b-4c50-91f4-112262f0738c" providerId="ADAL" clId="{C7598DC2-8369-40F7-9FEB-938BCD0B7699}" dt="2021-06-13T00:18:04.524" v="5437"/>
          <ac:picMkLst>
            <pc:docMk/>
            <pc:sldMk cId="3520469120" sldId="272"/>
            <ac:picMk id="5" creationId="{1E382E8A-17A2-4D17-ADD3-8986F32E477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C37958-557A-4BB2-BC07-4E2FDCC454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C562ACD-1985-48DD-8990-C368102E8F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B68928-3D9B-4DC7-9631-D56E3C12A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DCDCB-24F1-410A-945B-9CEACF61A2F0}" type="datetimeFigureOut">
              <a:rPr lang="ko-KR" altLang="en-US" smtClean="0"/>
              <a:t>2021-06-13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7471A8A-7548-404F-BADC-C9C220595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4FFA957-B18A-43B4-84ED-7E3C9D5CB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9861-736C-4151-9252-089504C672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67384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2491E2-B5D6-4CD5-AEEE-686E41AAC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246047-55BF-43A6-A8FD-40509B748F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992B33F-D2EE-4631-811D-344BB1FFB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DCDCB-24F1-410A-945B-9CEACF61A2F0}" type="datetimeFigureOut">
              <a:rPr lang="ko-KR" altLang="en-US" smtClean="0"/>
              <a:t>2021-06-13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8250C14-D852-40E5-927A-B038A8BFC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35964C2-579D-4C04-8D71-7843E746F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9861-736C-4151-9252-089504C672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9095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BF8D67-CCA8-49AD-B9C3-EF7A7170E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88D0034-761E-48D5-9247-667BFABCF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998CC1D-04F4-4FB2-8AE9-8C1F80CD2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DCDCB-24F1-410A-945B-9CEACF61A2F0}" type="datetimeFigureOut">
              <a:rPr lang="ko-KR" altLang="en-US" smtClean="0"/>
              <a:t>2021-06-13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F856C03-3D66-4049-87D5-AE18EB3FC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C5B8BA-BBF2-423D-B4C1-49FE521FF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9861-736C-4151-9252-089504C672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3077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43EFFA-4AF0-4286-80D3-E21B45E5E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60AEE9C-48B4-496E-B24C-FC02FBD374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A3199A1-5695-4339-B4EE-59DB5137A9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74B78DB-1F5C-4D07-9971-ECCD72CE9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DCDCB-24F1-410A-945B-9CEACF61A2F0}" type="datetimeFigureOut">
              <a:rPr lang="ko-KR" altLang="en-US" smtClean="0"/>
              <a:t>2021-06-13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E59A8B7-B68B-4D23-B85C-5C631A25A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D7961CF-FBB6-4319-AF3C-CE4A99280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9861-736C-4151-9252-089504C672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6013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7F1725-6130-4B88-A8DC-3C97897CD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4278378-ED2D-4504-80BA-23CA6F03F7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7F84980-EE7B-4132-93EE-7ED461D72C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C138E21-5D27-4683-93D9-811064C7DC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E26FE04-01AE-48F6-89E6-20BF3E24FA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5201C7D-5CB3-42A8-9B64-275CCE357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DCDCB-24F1-410A-945B-9CEACF61A2F0}" type="datetimeFigureOut">
              <a:rPr lang="ko-KR" altLang="en-US" smtClean="0"/>
              <a:t>2021-06-13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4B5B339-E1B1-467F-8385-2D3560A1C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BB12492-93AC-4FE5-97C5-E1767102E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9861-736C-4151-9252-089504C672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4699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8B14EE-B47E-4B85-98EA-BE8D7988A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99A442E-05F1-41C5-9B26-FB7CD1ABF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DCDCB-24F1-410A-945B-9CEACF61A2F0}" type="datetimeFigureOut">
              <a:rPr lang="ko-KR" altLang="en-US" smtClean="0"/>
              <a:t>2021-06-13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9603AC8-9C18-40F6-963E-EABC07829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EC413F9-C186-4BAC-855E-DBC6A0DCF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9861-736C-4151-9252-089504C672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1845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4845341-B1CB-4A82-835E-5B065F534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DCDCB-24F1-410A-945B-9CEACF61A2F0}" type="datetimeFigureOut">
              <a:rPr lang="ko-KR" altLang="en-US" smtClean="0"/>
              <a:t>2021-06-13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8C9C6F1-A848-4B67-931C-241DB2177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988D90-FF61-4784-9721-F6671706F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9861-736C-4151-9252-089504C672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4968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A9F07F-6028-4234-9300-0FF4E038D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87C5198-55EA-4CD1-8599-C6570B0166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7444FC4-574E-4F68-9948-552D32FAE2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ED5F475-BE72-4A78-8440-2C85D838F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DCDCB-24F1-410A-945B-9CEACF61A2F0}" type="datetimeFigureOut">
              <a:rPr lang="ko-KR" altLang="en-US" smtClean="0"/>
              <a:t>2021-06-13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B0A3244-1919-4B30-8755-CF6101D72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BEE32B4-0978-4E76-83B5-D19086662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9861-736C-4151-9252-089504C672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25627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94735E-A1B8-46DA-AB5E-B07312E7F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34D424A-09E7-4050-80EB-D3B265FFED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9BCFAD5-576D-4BEB-B907-1AAE7E6CB3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D425087-AAC9-4F28-9909-699C294F6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DCDCB-24F1-410A-945B-9CEACF61A2F0}" type="datetimeFigureOut">
              <a:rPr lang="ko-KR" altLang="en-US" smtClean="0"/>
              <a:t>2021-06-13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C0A5DE0-F19E-4154-BA3E-B7F370A7D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592DC28-2E79-4300-A459-71FF09AE8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9861-736C-4151-9252-089504C672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28704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FC3FEF-2D69-40C6-B060-DAB98B2F0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C53E977-B87A-4249-B4A1-D16BD31EB8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233EDD-C2DC-4EF2-A7CD-77642CC8B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DCDCB-24F1-410A-945B-9CEACF61A2F0}" type="datetimeFigureOut">
              <a:rPr lang="ko-KR" altLang="en-US" smtClean="0"/>
              <a:t>2021-06-13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929190-3510-4D3E-82D7-C4BF04BC0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D67EAE-ABFF-41BF-A46A-F9129E9DA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9861-736C-4151-9252-089504C672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0088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1202EC3-C039-40FF-8209-1AAFA67EFA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1DB801D-AFA5-4AB5-A2C4-5A046CF3E5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1269C2-F968-4C26-9149-E7DACE79F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DCDCB-24F1-410A-945B-9CEACF61A2F0}" type="datetimeFigureOut">
              <a:rPr lang="ko-KR" altLang="en-US" smtClean="0"/>
              <a:t>2021-06-13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0BF805A-B21E-4BEB-A104-8AFE09C9E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EB119C-4DEC-4F0E-8844-5769698D9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9861-736C-4151-9252-089504C672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7107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4937060-49D6-455B-A869-D72A04F89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B51B9EC-672C-4F12-A694-B7949DCEE2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4C0361-8D6F-4EDD-9392-9B655C5EE7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3DCDCB-24F1-410A-945B-9CEACF61A2F0}" type="datetimeFigureOut">
              <a:rPr lang="ko-KR" altLang="en-US" smtClean="0"/>
              <a:t>2021-06-13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55D0D98-3763-4920-8CA6-53F802DB59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CF275A0-3349-40DB-ACEE-DF2D51442C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5E9861-736C-4151-9252-089504C672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6221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D7EB3C-D79F-4B9C-8195-BCAD413A737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데이터베이스 </a:t>
            </a:r>
            <a:r>
              <a:rPr lang="en-US" altLang="ko-KR" dirty="0"/>
              <a:t>IMDB </a:t>
            </a:r>
            <a:r>
              <a:rPr lang="ko-KR" altLang="en-US" dirty="0"/>
              <a:t>구축과제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F28E10B-E789-4A0F-87CB-6976B63A1A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건국대학교 컴퓨터공학부 </a:t>
            </a:r>
            <a:r>
              <a:rPr lang="en-US" altLang="ko-KR" dirty="0"/>
              <a:t>3</a:t>
            </a:r>
            <a:r>
              <a:rPr lang="ko-KR" altLang="en-US" dirty="0"/>
              <a:t>학년</a:t>
            </a:r>
            <a:endParaRPr lang="en-US" altLang="ko-KR" dirty="0"/>
          </a:p>
          <a:p>
            <a:r>
              <a:rPr lang="en-US" altLang="ko-KR" dirty="0"/>
              <a:t>201711335 </a:t>
            </a:r>
            <a:r>
              <a:rPr lang="ko-KR" altLang="en-US" dirty="0"/>
              <a:t>이호용</a:t>
            </a:r>
          </a:p>
        </p:txBody>
      </p:sp>
    </p:spTree>
    <p:extLst>
      <p:ext uri="{BB962C8B-B14F-4D97-AF65-F5344CB8AC3E}">
        <p14:creationId xmlns:p14="http://schemas.microsoft.com/office/powerpoint/2010/main" val="32611290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4B8C336-BF60-4923-80B4-A8856A37C39C}"/>
              </a:ext>
            </a:extLst>
          </p:cNvPr>
          <p:cNvSpPr/>
          <p:nvPr/>
        </p:nvSpPr>
        <p:spPr>
          <a:xfrm>
            <a:off x="891986" y="2867589"/>
            <a:ext cx="2447364" cy="9861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Titles</a:t>
            </a:r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C9880C2-522C-4083-8A50-901E148307AB}"/>
              </a:ext>
            </a:extLst>
          </p:cNvPr>
          <p:cNvSpPr/>
          <p:nvPr/>
        </p:nvSpPr>
        <p:spPr>
          <a:xfrm>
            <a:off x="8828000" y="509875"/>
            <a:ext cx="2142564" cy="9457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Names</a:t>
            </a:r>
            <a:endParaRPr lang="ko-KR" altLang="en-US" dirty="0"/>
          </a:p>
        </p:txBody>
      </p:sp>
      <p:sp>
        <p:nvSpPr>
          <p:cNvPr id="4" name="다이아몬드 3">
            <a:extLst>
              <a:ext uri="{FF2B5EF4-FFF2-40B4-BE49-F238E27FC236}">
                <a16:creationId xmlns:a16="http://schemas.microsoft.com/office/drawing/2014/main" id="{F9DB22C7-AFFE-451A-9EF6-3636556D2B31}"/>
              </a:ext>
            </a:extLst>
          </p:cNvPr>
          <p:cNvSpPr/>
          <p:nvPr/>
        </p:nvSpPr>
        <p:spPr>
          <a:xfrm>
            <a:off x="5365374" y="1035423"/>
            <a:ext cx="2187393" cy="945776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directors</a:t>
            </a:r>
            <a:endParaRPr lang="ko-KR" altLang="en-US" dirty="0"/>
          </a:p>
        </p:txBody>
      </p:sp>
      <p:sp>
        <p:nvSpPr>
          <p:cNvPr id="5" name="다이아몬드 4">
            <a:extLst>
              <a:ext uri="{FF2B5EF4-FFF2-40B4-BE49-F238E27FC236}">
                <a16:creationId xmlns:a16="http://schemas.microsoft.com/office/drawing/2014/main" id="{067D807C-3059-48A0-B7CB-18C98FE885BB}"/>
              </a:ext>
            </a:extLst>
          </p:cNvPr>
          <p:cNvSpPr/>
          <p:nvPr/>
        </p:nvSpPr>
        <p:spPr>
          <a:xfrm>
            <a:off x="5419164" y="2006977"/>
            <a:ext cx="2034990" cy="860612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Known_for</a:t>
            </a:r>
            <a:endParaRPr lang="ko-KR" altLang="en-US" dirty="0"/>
          </a:p>
        </p:txBody>
      </p:sp>
      <p:sp>
        <p:nvSpPr>
          <p:cNvPr id="6" name="다이아몬드 5">
            <a:extLst>
              <a:ext uri="{FF2B5EF4-FFF2-40B4-BE49-F238E27FC236}">
                <a16:creationId xmlns:a16="http://schemas.microsoft.com/office/drawing/2014/main" id="{96ED941C-944B-491B-9967-1C62DE1A4A00}"/>
              </a:ext>
            </a:extLst>
          </p:cNvPr>
          <p:cNvSpPr/>
          <p:nvPr/>
        </p:nvSpPr>
        <p:spPr>
          <a:xfrm>
            <a:off x="5253316" y="3254193"/>
            <a:ext cx="2411508" cy="945776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principals</a:t>
            </a:r>
            <a:endParaRPr lang="ko-KR" altLang="en-US" dirty="0"/>
          </a:p>
        </p:txBody>
      </p:sp>
      <p:sp>
        <p:nvSpPr>
          <p:cNvPr id="14" name="다이아몬드 13">
            <a:extLst>
              <a:ext uri="{FF2B5EF4-FFF2-40B4-BE49-F238E27FC236}">
                <a16:creationId xmlns:a16="http://schemas.microsoft.com/office/drawing/2014/main" id="{E370585B-ED58-475D-879E-1B4A5709C76F}"/>
              </a:ext>
            </a:extLst>
          </p:cNvPr>
          <p:cNvSpPr/>
          <p:nvPr/>
        </p:nvSpPr>
        <p:spPr>
          <a:xfrm>
            <a:off x="5468467" y="147921"/>
            <a:ext cx="1999133" cy="856129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writers</a:t>
            </a:r>
            <a:endParaRPr lang="ko-KR" altLang="en-US" dirty="0"/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21256F84-5EED-48CB-8F36-457856153D27}"/>
              </a:ext>
            </a:extLst>
          </p:cNvPr>
          <p:cNvCxnSpPr>
            <a:cxnSpLocks/>
            <a:stCxn id="2" idx="2"/>
            <a:endCxn id="48" idx="0"/>
          </p:cNvCxnSpPr>
          <p:nvPr/>
        </p:nvCxnSpPr>
        <p:spPr>
          <a:xfrm>
            <a:off x="2115668" y="3853707"/>
            <a:ext cx="1" cy="16282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6932C806-CACA-4CF5-8C34-BEEB5DF86ED3}"/>
              </a:ext>
            </a:extLst>
          </p:cNvPr>
          <p:cNvCxnSpPr>
            <a:stCxn id="2" idx="3"/>
            <a:endCxn id="14" idx="1"/>
          </p:cNvCxnSpPr>
          <p:nvPr/>
        </p:nvCxnSpPr>
        <p:spPr>
          <a:xfrm flipV="1">
            <a:off x="3339350" y="575986"/>
            <a:ext cx="2129117" cy="27846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D10480BD-D912-4A2F-BA29-0D569C2E2767}"/>
              </a:ext>
            </a:extLst>
          </p:cNvPr>
          <p:cNvCxnSpPr>
            <a:stCxn id="2" idx="3"/>
            <a:endCxn id="4" idx="1"/>
          </p:cNvCxnSpPr>
          <p:nvPr/>
        </p:nvCxnSpPr>
        <p:spPr>
          <a:xfrm flipV="1">
            <a:off x="3339350" y="1508311"/>
            <a:ext cx="2026024" cy="18523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F09411B5-D7A0-49A1-8829-8EA7EFE4E157}"/>
              </a:ext>
            </a:extLst>
          </p:cNvPr>
          <p:cNvCxnSpPr>
            <a:stCxn id="2" idx="3"/>
            <a:endCxn id="5" idx="1"/>
          </p:cNvCxnSpPr>
          <p:nvPr/>
        </p:nvCxnSpPr>
        <p:spPr>
          <a:xfrm flipV="1">
            <a:off x="3339350" y="2437283"/>
            <a:ext cx="2079814" cy="9233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8605C993-0855-4CB8-B473-826F14265559}"/>
              </a:ext>
            </a:extLst>
          </p:cNvPr>
          <p:cNvCxnSpPr>
            <a:stCxn id="2" idx="3"/>
            <a:endCxn id="6" idx="1"/>
          </p:cNvCxnSpPr>
          <p:nvPr/>
        </p:nvCxnSpPr>
        <p:spPr>
          <a:xfrm>
            <a:off x="3339350" y="3360648"/>
            <a:ext cx="1913966" cy="3664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9131CD01-51E1-4C9F-A241-0E4B737CA5F0}"/>
              </a:ext>
            </a:extLst>
          </p:cNvPr>
          <p:cNvCxnSpPr>
            <a:stCxn id="14" idx="3"/>
            <a:endCxn id="3" idx="1"/>
          </p:cNvCxnSpPr>
          <p:nvPr/>
        </p:nvCxnSpPr>
        <p:spPr>
          <a:xfrm>
            <a:off x="7467600" y="575986"/>
            <a:ext cx="1360400" cy="4067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407730A0-9B57-4786-B4B1-A1E07719C7D1}"/>
              </a:ext>
            </a:extLst>
          </p:cNvPr>
          <p:cNvCxnSpPr>
            <a:stCxn id="4" idx="3"/>
            <a:endCxn id="3" idx="1"/>
          </p:cNvCxnSpPr>
          <p:nvPr/>
        </p:nvCxnSpPr>
        <p:spPr>
          <a:xfrm flipV="1">
            <a:off x="7552767" y="982763"/>
            <a:ext cx="1275233" cy="5255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7A36EC98-3072-4B12-AF31-E2315A64D255}"/>
              </a:ext>
            </a:extLst>
          </p:cNvPr>
          <p:cNvCxnSpPr>
            <a:stCxn id="5" idx="3"/>
            <a:endCxn id="3" idx="1"/>
          </p:cNvCxnSpPr>
          <p:nvPr/>
        </p:nvCxnSpPr>
        <p:spPr>
          <a:xfrm flipV="1">
            <a:off x="7454154" y="982763"/>
            <a:ext cx="1373846" cy="14545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3A87E2FB-5720-46AA-A77C-39FFF2087F4A}"/>
              </a:ext>
            </a:extLst>
          </p:cNvPr>
          <p:cNvCxnSpPr>
            <a:stCxn id="6" idx="3"/>
            <a:endCxn id="3" idx="1"/>
          </p:cNvCxnSpPr>
          <p:nvPr/>
        </p:nvCxnSpPr>
        <p:spPr>
          <a:xfrm flipV="1">
            <a:off x="7664824" y="982763"/>
            <a:ext cx="1163176" cy="27443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F44246F-DDF8-4E67-80CF-3D698B420434}"/>
              </a:ext>
            </a:extLst>
          </p:cNvPr>
          <p:cNvSpPr/>
          <p:nvPr/>
        </p:nvSpPr>
        <p:spPr>
          <a:xfrm>
            <a:off x="5253316" y="5495362"/>
            <a:ext cx="2801470" cy="8426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Akas</a:t>
            </a:r>
          </a:p>
        </p:txBody>
      </p:sp>
      <p:sp>
        <p:nvSpPr>
          <p:cNvPr id="48" name="다이아몬드 47">
            <a:extLst>
              <a:ext uri="{FF2B5EF4-FFF2-40B4-BE49-F238E27FC236}">
                <a16:creationId xmlns:a16="http://schemas.microsoft.com/office/drawing/2014/main" id="{DC4B75A5-B913-432B-B3FC-D826CCB8A90F}"/>
              </a:ext>
            </a:extLst>
          </p:cNvPr>
          <p:cNvSpPr/>
          <p:nvPr/>
        </p:nvSpPr>
        <p:spPr>
          <a:xfrm>
            <a:off x="1116102" y="5481916"/>
            <a:ext cx="1999133" cy="856129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 err="1"/>
              <a:t>As_known_as</a:t>
            </a:r>
            <a:endParaRPr lang="ko-KR" altLang="en-US" dirty="0"/>
          </a:p>
        </p:txBody>
      </p: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98E116E6-97A7-42EE-909D-39432A7FA950}"/>
              </a:ext>
            </a:extLst>
          </p:cNvPr>
          <p:cNvCxnSpPr>
            <a:cxnSpLocks/>
            <a:stCxn id="13" idx="1"/>
            <a:endCxn id="48" idx="3"/>
          </p:cNvCxnSpPr>
          <p:nvPr/>
        </p:nvCxnSpPr>
        <p:spPr>
          <a:xfrm flipH="1" flipV="1">
            <a:off x="3115235" y="5909981"/>
            <a:ext cx="2138081" cy="67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타원 98">
            <a:extLst>
              <a:ext uri="{FF2B5EF4-FFF2-40B4-BE49-F238E27FC236}">
                <a16:creationId xmlns:a16="http://schemas.microsoft.com/office/drawing/2014/main" id="{B54C3C7B-2419-4B84-95D9-0BBAC77145CF}"/>
              </a:ext>
            </a:extLst>
          </p:cNvPr>
          <p:cNvSpPr/>
          <p:nvPr/>
        </p:nvSpPr>
        <p:spPr>
          <a:xfrm>
            <a:off x="737347" y="579351"/>
            <a:ext cx="685798" cy="4930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Is</a:t>
            </a:r>
          </a:p>
          <a:p>
            <a:pPr algn="ctr"/>
            <a:r>
              <a:rPr lang="en-US" altLang="ko-KR" sz="1000" dirty="0"/>
              <a:t>adult</a:t>
            </a:r>
            <a:endParaRPr lang="ko-KR" altLang="en-US" sz="1000" dirty="0"/>
          </a:p>
        </p:txBody>
      </p:sp>
      <p:sp>
        <p:nvSpPr>
          <p:cNvPr id="100" name="타원 99">
            <a:extLst>
              <a:ext uri="{FF2B5EF4-FFF2-40B4-BE49-F238E27FC236}">
                <a16:creationId xmlns:a16="http://schemas.microsoft.com/office/drawing/2014/main" id="{1FFF8A2F-A127-44F8-B06A-96AACED12DB8}"/>
              </a:ext>
            </a:extLst>
          </p:cNvPr>
          <p:cNvSpPr/>
          <p:nvPr/>
        </p:nvSpPr>
        <p:spPr>
          <a:xfrm>
            <a:off x="1513917" y="263346"/>
            <a:ext cx="685798" cy="4930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 err="1"/>
              <a:t>startyear</a:t>
            </a:r>
            <a:endParaRPr lang="ko-KR" altLang="en-US" sz="1100" dirty="0"/>
          </a:p>
        </p:txBody>
      </p:sp>
      <p:sp>
        <p:nvSpPr>
          <p:cNvPr id="101" name="타원 100">
            <a:extLst>
              <a:ext uri="{FF2B5EF4-FFF2-40B4-BE49-F238E27FC236}">
                <a16:creationId xmlns:a16="http://schemas.microsoft.com/office/drawing/2014/main" id="{5BB5BD4C-6AD6-4206-B150-873BA53E5D44}"/>
              </a:ext>
            </a:extLst>
          </p:cNvPr>
          <p:cNvSpPr/>
          <p:nvPr/>
        </p:nvSpPr>
        <p:spPr>
          <a:xfrm>
            <a:off x="2372236" y="273425"/>
            <a:ext cx="685798" cy="4930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 err="1"/>
              <a:t>endyear</a:t>
            </a:r>
            <a:endParaRPr lang="ko-KR" altLang="en-US" dirty="0"/>
          </a:p>
        </p:txBody>
      </p:sp>
      <p:sp>
        <p:nvSpPr>
          <p:cNvPr id="116" name="타원 115">
            <a:extLst>
              <a:ext uri="{FF2B5EF4-FFF2-40B4-BE49-F238E27FC236}">
                <a16:creationId xmlns:a16="http://schemas.microsoft.com/office/drawing/2014/main" id="{5E6818E4-3CAC-4EC7-805F-F4FF37CBEA60}"/>
              </a:ext>
            </a:extLst>
          </p:cNvPr>
          <p:cNvSpPr/>
          <p:nvPr/>
        </p:nvSpPr>
        <p:spPr>
          <a:xfrm>
            <a:off x="3126435" y="561413"/>
            <a:ext cx="685798" cy="4930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Runtime</a:t>
            </a:r>
          </a:p>
          <a:p>
            <a:pPr algn="ctr"/>
            <a:r>
              <a:rPr lang="en-US" altLang="ko-KR" sz="600" dirty="0"/>
              <a:t>minutes</a:t>
            </a:r>
            <a:endParaRPr lang="ko-KR" altLang="en-US" sz="600" dirty="0"/>
          </a:p>
        </p:txBody>
      </p:sp>
      <p:sp>
        <p:nvSpPr>
          <p:cNvPr id="117" name="타원 116">
            <a:extLst>
              <a:ext uri="{FF2B5EF4-FFF2-40B4-BE49-F238E27FC236}">
                <a16:creationId xmlns:a16="http://schemas.microsoft.com/office/drawing/2014/main" id="{C8E948D7-50EE-4846-8635-3F7D690BBC50}"/>
              </a:ext>
            </a:extLst>
          </p:cNvPr>
          <p:cNvSpPr/>
          <p:nvPr/>
        </p:nvSpPr>
        <p:spPr>
          <a:xfrm>
            <a:off x="85154" y="983322"/>
            <a:ext cx="685798" cy="4930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/>
              <a:t>titletype</a:t>
            </a:r>
            <a:endParaRPr lang="ko-KR" altLang="en-US" sz="1200" dirty="0"/>
          </a:p>
        </p:txBody>
      </p:sp>
      <p:sp>
        <p:nvSpPr>
          <p:cNvPr id="118" name="타원 117">
            <a:extLst>
              <a:ext uri="{FF2B5EF4-FFF2-40B4-BE49-F238E27FC236}">
                <a16:creationId xmlns:a16="http://schemas.microsoft.com/office/drawing/2014/main" id="{F7F30CC2-62AA-4AAC-BDEE-A080B9C67098}"/>
              </a:ext>
            </a:extLst>
          </p:cNvPr>
          <p:cNvSpPr/>
          <p:nvPr/>
        </p:nvSpPr>
        <p:spPr>
          <a:xfrm>
            <a:off x="3610535" y="1261781"/>
            <a:ext cx="685798" cy="4930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primary</a:t>
            </a:r>
            <a:endParaRPr lang="en-US" altLang="ko-KR" sz="800" dirty="0"/>
          </a:p>
          <a:p>
            <a:pPr algn="ctr"/>
            <a:r>
              <a:rPr lang="en-US" altLang="ko-KR" sz="800" dirty="0"/>
              <a:t>title</a:t>
            </a:r>
            <a:endParaRPr lang="ko-KR" altLang="en-US" dirty="0"/>
          </a:p>
        </p:txBody>
      </p:sp>
      <p:sp>
        <p:nvSpPr>
          <p:cNvPr id="119" name="타원 118">
            <a:extLst>
              <a:ext uri="{FF2B5EF4-FFF2-40B4-BE49-F238E27FC236}">
                <a16:creationId xmlns:a16="http://schemas.microsoft.com/office/drawing/2014/main" id="{912DA37E-4243-4DD3-9B7F-CA7ACF9034AF}"/>
              </a:ext>
            </a:extLst>
          </p:cNvPr>
          <p:cNvSpPr/>
          <p:nvPr/>
        </p:nvSpPr>
        <p:spPr>
          <a:xfrm>
            <a:off x="85154" y="1633822"/>
            <a:ext cx="685798" cy="4930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/>
              <a:t>titleId</a:t>
            </a:r>
            <a:endParaRPr lang="ko-KR" altLang="en-US" sz="1200" dirty="0"/>
          </a:p>
        </p:txBody>
      </p:sp>
      <p:sp>
        <p:nvSpPr>
          <p:cNvPr id="120" name="액자 119">
            <a:extLst>
              <a:ext uri="{FF2B5EF4-FFF2-40B4-BE49-F238E27FC236}">
                <a16:creationId xmlns:a16="http://schemas.microsoft.com/office/drawing/2014/main" id="{71AF7D06-542C-45A9-ADCB-B48CA0302C85}"/>
              </a:ext>
            </a:extLst>
          </p:cNvPr>
          <p:cNvSpPr/>
          <p:nvPr/>
        </p:nvSpPr>
        <p:spPr>
          <a:xfrm>
            <a:off x="3542251" y="3730424"/>
            <a:ext cx="984926" cy="534530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21" name="액자 120">
            <a:extLst>
              <a:ext uri="{FF2B5EF4-FFF2-40B4-BE49-F238E27FC236}">
                <a16:creationId xmlns:a16="http://schemas.microsoft.com/office/drawing/2014/main" id="{59AE35B7-2053-4ECF-B927-A3365A620884}"/>
              </a:ext>
            </a:extLst>
          </p:cNvPr>
          <p:cNvSpPr/>
          <p:nvPr/>
        </p:nvSpPr>
        <p:spPr>
          <a:xfrm>
            <a:off x="546843" y="4074468"/>
            <a:ext cx="1069041" cy="574862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22" name="액자 121">
            <a:extLst>
              <a:ext uri="{FF2B5EF4-FFF2-40B4-BE49-F238E27FC236}">
                <a16:creationId xmlns:a16="http://schemas.microsoft.com/office/drawing/2014/main" id="{A7E6FE9E-1053-4418-AE9F-1BEAD124F856}"/>
              </a:ext>
            </a:extLst>
          </p:cNvPr>
          <p:cNvSpPr/>
          <p:nvPr/>
        </p:nvSpPr>
        <p:spPr>
          <a:xfrm>
            <a:off x="2329588" y="4242562"/>
            <a:ext cx="1019842" cy="534510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23" name="타원 122">
            <a:extLst>
              <a:ext uri="{FF2B5EF4-FFF2-40B4-BE49-F238E27FC236}">
                <a16:creationId xmlns:a16="http://schemas.microsoft.com/office/drawing/2014/main" id="{6B7DAF9B-7E6C-419A-834E-BC291CCCE3E6}"/>
              </a:ext>
            </a:extLst>
          </p:cNvPr>
          <p:cNvSpPr/>
          <p:nvPr/>
        </p:nvSpPr>
        <p:spPr>
          <a:xfrm>
            <a:off x="7541685" y="4402799"/>
            <a:ext cx="685798" cy="4930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category</a:t>
            </a:r>
            <a:endParaRPr lang="ko-KR" altLang="en-US" sz="600" dirty="0"/>
          </a:p>
        </p:txBody>
      </p:sp>
      <p:sp>
        <p:nvSpPr>
          <p:cNvPr id="124" name="타원 123">
            <a:extLst>
              <a:ext uri="{FF2B5EF4-FFF2-40B4-BE49-F238E27FC236}">
                <a16:creationId xmlns:a16="http://schemas.microsoft.com/office/drawing/2014/main" id="{09FB5F4A-AD2C-4240-942F-F659229A355C}"/>
              </a:ext>
            </a:extLst>
          </p:cNvPr>
          <p:cNvSpPr/>
          <p:nvPr/>
        </p:nvSpPr>
        <p:spPr>
          <a:xfrm>
            <a:off x="6768356" y="4667811"/>
            <a:ext cx="685798" cy="4930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 err="1"/>
              <a:t>nconst</a:t>
            </a:r>
            <a:endParaRPr lang="ko-KR" altLang="en-US" sz="600" dirty="0"/>
          </a:p>
        </p:txBody>
      </p:sp>
      <p:sp>
        <p:nvSpPr>
          <p:cNvPr id="125" name="타원 124">
            <a:extLst>
              <a:ext uri="{FF2B5EF4-FFF2-40B4-BE49-F238E27FC236}">
                <a16:creationId xmlns:a16="http://schemas.microsoft.com/office/drawing/2014/main" id="{3DD188FA-7D14-4517-A9D9-0032D0427D5C}"/>
              </a:ext>
            </a:extLst>
          </p:cNvPr>
          <p:cNvSpPr/>
          <p:nvPr/>
        </p:nvSpPr>
        <p:spPr>
          <a:xfrm>
            <a:off x="5968253" y="4586573"/>
            <a:ext cx="685798" cy="4930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ordering</a:t>
            </a:r>
            <a:endParaRPr lang="ko-KR" altLang="en-US" sz="600" dirty="0"/>
          </a:p>
        </p:txBody>
      </p:sp>
      <p:sp>
        <p:nvSpPr>
          <p:cNvPr id="126" name="타원 125">
            <a:extLst>
              <a:ext uri="{FF2B5EF4-FFF2-40B4-BE49-F238E27FC236}">
                <a16:creationId xmlns:a16="http://schemas.microsoft.com/office/drawing/2014/main" id="{A204770C-B940-46D0-9538-C2BADBA04C99}"/>
              </a:ext>
            </a:extLst>
          </p:cNvPr>
          <p:cNvSpPr/>
          <p:nvPr/>
        </p:nvSpPr>
        <p:spPr>
          <a:xfrm>
            <a:off x="5410202" y="4156270"/>
            <a:ext cx="685798" cy="4930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/>
              <a:t>titleId</a:t>
            </a:r>
            <a:endParaRPr lang="ko-KR" altLang="en-US" sz="1200" dirty="0"/>
          </a:p>
        </p:txBody>
      </p:sp>
      <p:sp>
        <p:nvSpPr>
          <p:cNvPr id="127" name="타원 126">
            <a:extLst>
              <a:ext uri="{FF2B5EF4-FFF2-40B4-BE49-F238E27FC236}">
                <a16:creationId xmlns:a16="http://schemas.microsoft.com/office/drawing/2014/main" id="{409BFBEC-868F-4D49-BB51-009C373B968C}"/>
              </a:ext>
            </a:extLst>
          </p:cNvPr>
          <p:cNvSpPr/>
          <p:nvPr/>
        </p:nvSpPr>
        <p:spPr>
          <a:xfrm>
            <a:off x="8396204" y="4218186"/>
            <a:ext cx="685798" cy="4930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job</a:t>
            </a:r>
            <a:endParaRPr lang="ko-KR" altLang="en-US" sz="1200" dirty="0"/>
          </a:p>
        </p:txBody>
      </p:sp>
      <p:sp>
        <p:nvSpPr>
          <p:cNvPr id="128" name="타원 127">
            <a:extLst>
              <a:ext uri="{FF2B5EF4-FFF2-40B4-BE49-F238E27FC236}">
                <a16:creationId xmlns:a16="http://schemas.microsoft.com/office/drawing/2014/main" id="{48A19571-4B15-449B-8A5F-356273288C46}"/>
              </a:ext>
            </a:extLst>
          </p:cNvPr>
          <p:cNvSpPr/>
          <p:nvPr/>
        </p:nvSpPr>
        <p:spPr>
          <a:xfrm>
            <a:off x="8095134" y="3694045"/>
            <a:ext cx="685798" cy="4930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characters</a:t>
            </a:r>
            <a:endParaRPr lang="ko-KR" altLang="en-US" sz="900" dirty="0"/>
          </a:p>
        </p:txBody>
      </p:sp>
      <p:sp>
        <p:nvSpPr>
          <p:cNvPr id="133" name="액자 132">
            <a:extLst>
              <a:ext uri="{FF2B5EF4-FFF2-40B4-BE49-F238E27FC236}">
                <a16:creationId xmlns:a16="http://schemas.microsoft.com/office/drawing/2014/main" id="{3A3C1C52-4BF9-4416-9AB2-1B77F01473AA}"/>
              </a:ext>
            </a:extLst>
          </p:cNvPr>
          <p:cNvSpPr/>
          <p:nvPr/>
        </p:nvSpPr>
        <p:spPr>
          <a:xfrm>
            <a:off x="3839447" y="6143626"/>
            <a:ext cx="1128921" cy="577114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34" name="액자 133">
            <a:extLst>
              <a:ext uri="{FF2B5EF4-FFF2-40B4-BE49-F238E27FC236}">
                <a16:creationId xmlns:a16="http://schemas.microsoft.com/office/drawing/2014/main" id="{6E1EE796-3E91-4DBC-857B-E03D20D26F55}"/>
              </a:ext>
            </a:extLst>
          </p:cNvPr>
          <p:cNvSpPr/>
          <p:nvPr/>
        </p:nvSpPr>
        <p:spPr>
          <a:xfrm>
            <a:off x="3845844" y="5160870"/>
            <a:ext cx="1128921" cy="577114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35" name="타원 134">
            <a:extLst>
              <a:ext uri="{FF2B5EF4-FFF2-40B4-BE49-F238E27FC236}">
                <a16:creationId xmlns:a16="http://schemas.microsoft.com/office/drawing/2014/main" id="{2CEA50E8-DF9B-4385-AD0E-D80ACFBA5792}"/>
              </a:ext>
            </a:extLst>
          </p:cNvPr>
          <p:cNvSpPr/>
          <p:nvPr/>
        </p:nvSpPr>
        <p:spPr>
          <a:xfrm>
            <a:off x="8246412" y="5079632"/>
            <a:ext cx="685798" cy="4930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/>
              <a:t>titleId</a:t>
            </a:r>
            <a:endParaRPr lang="ko-KR" altLang="en-US" sz="800" dirty="0"/>
          </a:p>
        </p:txBody>
      </p:sp>
      <p:sp>
        <p:nvSpPr>
          <p:cNvPr id="136" name="타원 135">
            <a:extLst>
              <a:ext uri="{FF2B5EF4-FFF2-40B4-BE49-F238E27FC236}">
                <a16:creationId xmlns:a16="http://schemas.microsoft.com/office/drawing/2014/main" id="{BA19CDE0-09FA-47AD-B6C2-810AF4884B8F}"/>
              </a:ext>
            </a:extLst>
          </p:cNvPr>
          <p:cNvSpPr/>
          <p:nvPr/>
        </p:nvSpPr>
        <p:spPr>
          <a:xfrm>
            <a:off x="9038670" y="5235386"/>
            <a:ext cx="685798" cy="4930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ordering</a:t>
            </a:r>
            <a:endParaRPr lang="ko-KR" altLang="en-US" sz="600" dirty="0"/>
          </a:p>
        </p:txBody>
      </p:sp>
      <p:sp>
        <p:nvSpPr>
          <p:cNvPr id="137" name="타원 136">
            <a:extLst>
              <a:ext uri="{FF2B5EF4-FFF2-40B4-BE49-F238E27FC236}">
                <a16:creationId xmlns:a16="http://schemas.microsoft.com/office/drawing/2014/main" id="{5756804A-198D-4F72-9B7F-812F86B688B7}"/>
              </a:ext>
            </a:extLst>
          </p:cNvPr>
          <p:cNvSpPr/>
          <p:nvPr/>
        </p:nvSpPr>
        <p:spPr>
          <a:xfrm>
            <a:off x="9830928" y="5495362"/>
            <a:ext cx="685798" cy="4930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/>
              <a:t>title</a:t>
            </a:r>
            <a:endParaRPr lang="ko-KR" altLang="en-US" sz="800" dirty="0"/>
          </a:p>
        </p:txBody>
      </p:sp>
      <p:sp>
        <p:nvSpPr>
          <p:cNvPr id="138" name="타원 137">
            <a:extLst>
              <a:ext uri="{FF2B5EF4-FFF2-40B4-BE49-F238E27FC236}">
                <a16:creationId xmlns:a16="http://schemas.microsoft.com/office/drawing/2014/main" id="{1B8E55FB-6E56-4346-9635-FCBFF299D2D6}"/>
              </a:ext>
            </a:extLst>
          </p:cNvPr>
          <p:cNvSpPr/>
          <p:nvPr/>
        </p:nvSpPr>
        <p:spPr>
          <a:xfrm>
            <a:off x="10390100" y="5953697"/>
            <a:ext cx="685798" cy="4930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/>
              <a:t>region</a:t>
            </a:r>
            <a:endParaRPr lang="ko-KR" altLang="en-US" sz="800" dirty="0"/>
          </a:p>
        </p:txBody>
      </p:sp>
      <p:sp>
        <p:nvSpPr>
          <p:cNvPr id="139" name="타원 138">
            <a:extLst>
              <a:ext uri="{FF2B5EF4-FFF2-40B4-BE49-F238E27FC236}">
                <a16:creationId xmlns:a16="http://schemas.microsoft.com/office/drawing/2014/main" id="{3F0F5A81-B6A1-4232-9FC5-4514D5061085}"/>
              </a:ext>
            </a:extLst>
          </p:cNvPr>
          <p:cNvSpPr/>
          <p:nvPr/>
        </p:nvSpPr>
        <p:spPr>
          <a:xfrm>
            <a:off x="9556383" y="6364941"/>
            <a:ext cx="685798" cy="4930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/>
              <a:t>language</a:t>
            </a:r>
            <a:endParaRPr lang="ko-KR" altLang="en-US" sz="800" dirty="0"/>
          </a:p>
        </p:txBody>
      </p:sp>
      <p:sp>
        <p:nvSpPr>
          <p:cNvPr id="140" name="타원 139">
            <a:extLst>
              <a:ext uri="{FF2B5EF4-FFF2-40B4-BE49-F238E27FC236}">
                <a16:creationId xmlns:a16="http://schemas.microsoft.com/office/drawing/2014/main" id="{E95B7C34-EE37-429F-8972-C1907488B08F}"/>
              </a:ext>
            </a:extLst>
          </p:cNvPr>
          <p:cNvSpPr/>
          <p:nvPr/>
        </p:nvSpPr>
        <p:spPr>
          <a:xfrm>
            <a:off x="8453727" y="6343653"/>
            <a:ext cx="685798" cy="4930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/>
              <a:t>Is</a:t>
            </a:r>
          </a:p>
          <a:p>
            <a:pPr algn="ctr"/>
            <a:r>
              <a:rPr lang="en-US" altLang="ko-KR" sz="600" dirty="0"/>
              <a:t>original</a:t>
            </a:r>
            <a:endParaRPr lang="ko-KR" altLang="en-US" sz="800" dirty="0"/>
          </a:p>
        </p:txBody>
      </p:sp>
      <p:sp>
        <p:nvSpPr>
          <p:cNvPr id="141" name="액자 140">
            <a:extLst>
              <a:ext uri="{FF2B5EF4-FFF2-40B4-BE49-F238E27FC236}">
                <a16:creationId xmlns:a16="http://schemas.microsoft.com/office/drawing/2014/main" id="{24D4508D-B5B5-463D-9363-83CF1D755704}"/>
              </a:ext>
            </a:extLst>
          </p:cNvPr>
          <p:cNvSpPr/>
          <p:nvPr/>
        </p:nvSpPr>
        <p:spPr>
          <a:xfrm>
            <a:off x="11121920" y="1455651"/>
            <a:ext cx="984926" cy="534530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42" name="타원 141">
            <a:extLst>
              <a:ext uri="{FF2B5EF4-FFF2-40B4-BE49-F238E27FC236}">
                <a16:creationId xmlns:a16="http://schemas.microsoft.com/office/drawing/2014/main" id="{423806FB-3B3C-4F03-936B-4CCDC8213E62}"/>
              </a:ext>
            </a:extLst>
          </p:cNvPr>
          <p:cNvSpPr/>
          <p:nvPr/>
        </p:nvSpPr>
        <p:spPr>
          <a:xfrm>
            <a:off x="9213484" y="2374530"/>
            <a:ext cx="685798" cy="4930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 err="1"/>
              <a:t>primaryname</a:t>
            </a:r>
            <a:endParaRPr lang="ko-KR" altLang="en-US" sz="600" dirty="0"/>
          </a:p>
        </p:txBody>
      </p:sp>
      <p:sp>
        <p:nvSpPr>
          <p:cNvPr id="143" name="타원 142">
            <a:extLst>
              <a:ext uri="{FF2B5EF4-FFF2-40B4-BE49-F238E27FC236}">
                <a16:creationId xmlns:a16="http://schemas.microsoft.com/office/drawing/2014/main" id="{91C51B4F-3F72-41C3-A82B-4B3B90627EDE}"/>
              </a:ext>
            </a:extLst>
          </p:cNvPr>
          <p:cNvSpPr/>
          <p:nvPr/>
        </p:nvSpPr>
        <p:spPr>
          <a:xfrm>
            <a:off x="10047201" y="2401421"/>
            <a:ext cx="685798" cy="4930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Birth</a:t>
            </a:r>
          </a:p>
          <a:p>
            <a:pPr algn="ctr"/>
            <a:r>
              <a:rPr lang="en-US" altLang="ko-KR" sz="600" dirty="0"/>
              <a:t>year</a:t>
            </a:r>
            <a:endParaRPr lang="ko-KR" altLang="en-US" sz="600" dirty="0"/>
          </a:p>
        </p:txBody>
      </p:sp>
      <p:sp>
        <p:nvSpPr>
          <p:cNvPr id="144" name="타원 143">
            <a:extLst>
              <a:ext uri="{FF2B5EF4-FFF2-40B4-BE49-F238E27FC236}">
                <a16:creationId xmlns:a16="http://schemas.microsoft.com/office/drawing/2014/main" id="{460E1A0E-429D-4074-BA2F-D0EE4CD32A5E}"/>
              </a:ext>
            </a:extLst>
          </p:cNvPr>
          <p:cNvSpPr/>
          <p:nvPr/>
        </p:nvSpPr>
        <p:spPr>
          <a:xfrm>
            <a:off x="10880918" y="2187949"/>
            <a:ext cx="685798" cy="4930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Death</a:t>
            </a:r>
          </a:p>
          <a:p>
            <a:pPr algn="ctr"/>
            <a:r>
              <a:rPr lang="en-US" altLang="ko-KR" sz="600" dirty="0"/>
              <a:t>year</a:t>
            </a:r>
            <a:endParaRPr lang="ko-KR" altLang="en-US" sz="600" dirty="0"/>
          </a:p>
        </p:txBody>
      </p:sp>
      <p:sp>
        <p:nvSpPr>
          <p:cNvPr id="145" name="타원 144">
            <a:extLst>
              <a:ext uri="{FF2B5EF4-FFF2-40B4-BE49-F238E27FC236}">
                <a16:creationId xmlns:a16="http://schemas.microsoft.com/office/drawing/2014/main" id="{798108D6-AF85-4BC1-8820-29D3421380A6}"/>
              </a:ext>
            </a:extLst>
          </p:cNvPr>
          <p:cNvSpPr/>
          <p:nvPr/>
        </p:nvSpPr>
        <p:spPr>
          <a:xfrm>
            <a:off x="8600462" y="1913979"/>
            <a:ext cx="685798" cy="4930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 err="1"/>
              <a:t>nconst</a:t>
            </a:r>
            <a:endParaRPr lang="ko-KR" altLang="en-US" sz="600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D055116C-EB2E-4E46-871D-85A8832317D2}"/>
              </a:ext>
            </a:extLst>
          </p:cNvPr>
          <p:cNvSpPr/>
          <p:nvPr/>
        </p:nvSpPr>
        <p:spPr>
          <a:xfrm>
            <a:off x="3323665" y="1829356"/>
            <a:ext cx="685798" cy="4930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Original</a:t>
            </a:r>
          </a:p>
          <a:p>
            <a:pPr algn="ctr"/>
            <a:r>
              <a:rPr lang="en-US" altLang="ko-KR" sz="600" dirty="0"/>
              <a:t>title</a:t>
            </a:r>
            <a:endParaRPr lang="ko-KR" altLang="en-US" sz="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872519-4EED-46B2-8A07-02C8769BBEE7}"/>
              </a:ext>
            </a:extLst>
          </p:cNvPr>
          <p:cNvSpPr txBox="1"/>
          <p:nvPr/>
        </p:nvSpPr>
        <p:spPr>
          <a:xfrm>
            <a:off x="737347" y="4199969"/>
            <a:ext cx="7092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/>
              <a:t>Genres</a:t>
            </a:r>
            <a:endParaRPr lang="ko-KR" altLang="en-US" sz="1200" b="1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1428609-D38D-481B-AED5-E6553F098BE5}"/>
              </a:ext>
            </a:extLst>
          </p:cNvPr>
          <p:cNvSpPr txBox="1"/>
          <p:nvPr/>
        </p:nvSpPr>
        <p:spPr>
          <a:xfrm>
            <a:off x="2498909" y="4397793"/>
            <a:ext cx="70921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/>
              <a:t>ratings</a:t>
            </a:r>
            <a:endParaRPr lang="ko-KR" altLang="en-US" sz="1100" b="1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19B1A4A-EDF4-4F7B-AD6F-4F7AF592365A}"/>
              </a:ext>
            </a:extLst>
          </p:cNvPr>
          <p:cNvSpPr txBox="1"/>
          <p:nvPr/>
        </p:nvSpPr>
        <p:spPr>
          <a:xfrm>
            <a:off x="3997754" y="5349701"/>
            <a:ext cx="70921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dirty="0"/>
              <a:t>types</a:t>
            </a:r>
            <a:endParaRPr lang="ko-KR" altLang="en-US" sz="900" b="1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EE57E90-072C-4CC7-B47C-2491A323C5C3}"/>
              </a:ext>
            </a:extLst>
          </p:cNvPr>
          <p:cNvSpPr txBox="1"/>
          <p:nvPr/>
        </p:nvSpPr>
        <p:spPr>
          <a:xfrm>
            <a:off x="3732796" y="3925148"/>
            <a:ext cx="70921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dirty="0"/>
              <a:t>episodes</a:t>
            </a:r>
            <a:endParaRPr lang="ko-KR" altLang="en-US" sz="900" b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798644E-88BD-469A-875B-3FAA5707E442}"/>
              </a:ext>
            </a:extLst>
          </p:cNvPr>
          <p:cNvSpPr txBox="1"/>
          <p:nvPr/>
        </p:nvSpPr>
        <p:spPr>
          <a:xfrm>
            <a:off x="4009463" y="6316767"/>
            <a:ext cx="7092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/>
              <a:t>attributes</a:t>
            </a:r>
            <a:endParaRPr lang="ko-KR" altLang="en-US" sz="800" b="1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9C3911A-0F9C-4DC5-8FF5-632C7B478AE4}"/>
              </a:ext>
            </a:extLst>
          </p:cNvPr>
          <p:cNvSpPr txBox="1"/>
          <p:nvPr/>
        </p:nvSpPr>
        <p:spPr>
          <a:xfrm>
            <a:off x="11259775" y="1585563"/>
            <a:ext cx="709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dirty="0"/>
              <a:t>Primary</a:t>
            </a:r>
          </a:p>
          <a:p>
            <a:r>
              <a:rPr lang="en-US" altLang="ko-KR" sz="700" b="1" dirty="0"/>
              <a:t>Professions</a:t>
            </a:r>
            <a:endParaRPr lang="ko-KR" altLang="en-US" sz="900" b="1" dirty="0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50E903C9-7FFF-4708-8DA7-59550D8A31F7}"/>
              </a:ext>
            </a:extLst>
          </p:cNvPr>
          <p:cNvCxnSpPr>
            <a:stCxn id="119" idx="4"/>
          </p:cNvCxnSpPr>
          <p:nvPr/>
        </p:nvCxnSpPr>
        <p:spPr>
          <a:xfrm>
            <a:off x="428053" y="2126881"/>
            <a:ext cx="853900" cy="8762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BB80A1D2-046C-4A69-927F-398D07F96F06}"/>
              </a:ext>
            </a:extLst>
          </p:cNvPr>
          <p:cNvCxnSpPr>
            <a:stCxn id="117" idx="5"/>
          </p:cNvCxnSpPr>
          <p:nvPr/>
        </p:nvCxnSpPr>
        <p:spPr>
          <a:xfrm>
            <a:off x="670519" y="1404174"/>
            <a:ext cx="771661" cy="17004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8CFAFC10-9DAB-4FAC-9400-AC1633E9FB99}"/>
              </a:ext>
            </a:extLst>
          </p:cNvPr>
          <p:cNvCxnSpPr>
            <a:stCxn id="99" idx="4"/>
          </p:cNvCxnSpPr>
          <p:nvPr/>
        </p:nvCxnSpPr>
        <p:spPr>
          <a:xfrm>
            <a:off x="1080246" y="1072410"/>
            <a:ext cx="493832" cy="20414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4171290D-9646-4983-B068-07C437D2EB1F}"/>
              </a:ext>
            </a:extLst>
          </p:cNvPr>
          <p:cNvCxnSpPr>
            <a:stCxn id="100" idx="4"/>
          </p:cNvCxnSpPr>
          <p:nvPr/>
        </p:nvCxnSpPr>
        <p:spPr>
          <a:xfrm flipH="1">
            <a:off x="1633815" y="756405"/>
            <a:ext cx="223001" cy="23481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42916496-8473-48B0-A8CE-121CDAC5F559}"/>
              </a:ext>
            </a:extLst>
          </p:cNvPr>
          <p:cNvCxnSpPr>
            <a:stCxn id="101" idx="4"/>
          </p:cNvCxnSpPr>
          <p:nvPr/>
        </p:nvCxnSpPr>
        <p:spPr>
          <a:xfrm flipH="1">
            <a:off x="1633815" y="766484"/>
            <a:ext cx="1081320" cy="24249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AFBC99C9-5334-4EDA-8FC9-04005B4492F9}"/>
              </a:ext>
            </a:extLst>
          </p:cNvPr>
          <p:cNvCxnSpPr>
            <a:stCxn id="116" idx="3"/>
          </p:cNvCxnSpPr>
          <p:nvPr/>
        </p:nvCxnSpPr>
        <p:spPr>
          <a:xfrm flipH="1">
            <a:off x="1720843" y="982265"/>
            <a:ext cx="1506025" cy="21665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600914CD-6062-4A48-95C0-264FC8033EE5}"/>
              </a:ext>
            </a:extLst>
          </p:cNvPr>
          <p:cNvCxnSpPr>
            <a:stCxn id="118" idx="2"/>
          </p:cNvCxnSpPr>
          <p:nvPr/>
        </p:nvCxnSpPr>
        <p:spPr>
          <a:xfrm flipH="1">
            <a:off x="1721997" y="1508311"/>
            <a:ext cx="1888538" cy="16405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3E3F0307-11EB-4D17-AFD2-D209432E3723}"/>
              </a:ext>
            </a:extLst>
          </p:cNvPr>
          <p:cNvCxnSpPr>
            <a:cxnSpLocks/>
            <a:stCxn id="50" idx="3"/>
          </p:cNvCxnSpPr>
          <p:nvPr/>
        </p:nvCxnSpPr>
        <p:spPr>
          <a:xfrm flipH="1">
            <a:off x="1662814" y="2250208"/>
            <a:ext cx="1761284" cy="8631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2DAA127A-C277-4207-950B-EC86FC89B29A}"/>
              </a:ext>
            </a:extLst>
          </p:cNvPr>
          <p:cNvCxnSpPr>
            <a:endCxn id="121" idx="0"/>
          </p:cNvCxnSpPr>
          <p:nvPr/>
        </p:nvCxnSpPr>
        <p:spPr>
          <a:xfrm flipH="1">
            <a:off x="1081364" y="3399786"/>
            <a:ext cx="489492" cy="6746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D4354226-0DD7-4033-A871-92768E5FAF20}"/>
              </a:ext>
            </a:extLst>
          </p:cNvPr>
          <p:cNvCxnSpPr>
            <a:endCxn id="122" idx="0"/>
          </p:cNvCxnSpPr>
          <p:nvPr/>
        </p:nvCxnSpPr>
        <p:spPr>
          <a:xfrm>
            <a:off x="2436035" y="3510206"/>
            <a:ext cx="403474" cy="7323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0D581290-6D01-485C-9C4A-18812B4C6748}"/>
              </a:ext>
            </a:extLst>
          </p:cNvPr>
          <p:cNvCxnSpPr>
            <a:endCxn id="120" idx="1"/>
          </p:cNvCxnSpPr>
          <p:nvPr/>
        </p:nvCxnSpPr>
        <p:spPr>
          <a:xfrm>
            <a:off x="2891639" y="3346666"/>
            <a:ext cx="650612" cy="651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DF2D1727-54F1-4358-913D-F9C00B9D4612}"/>
              </a:ext>
            </a:extLst>
          </p:cNvPr>
          <p:cNvCxnSpPr>
            <a:stCxn id="134" idx="3"/>
          </p:cNvCxnSpPr>
          <p:nvPr/>
        </p:nvCxnSpPr>
        <p:spPr>
          <a:xfrm>
            <a:off x="4974765" y="5449427"/>
            <a:ext cx="811949" cy="4437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7941D9D1-C792-45A4-B0C7-DF3B828B845D}"/>
              </a:ext>
            </a:extLst>
          </p:cNvPr>
          <p:cNvCxnSpPr>
            <a:stCxn id="133" idx="3"/>
          </p:cNvCxnSpPr>
          <p:nvPr/>
        </p:nvCxnSpPr>
        <p:spPr>
          <a:xfrm flipV="1">
            <a:off x="4968368" y="5953697"/>
            <a:ext cx="894550" cy="4784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06C8748B-6B93-444E-9EDD-3D541DBA9D4F}"/>
              </a:ext>
            </a:extLst>
          </p:cNvPr>
          <p:cNvCxnSpPr/>
          <p:nvPr/>
        </p:nvCxnSpPr>
        <p:spPr>
          <a:xfrm flipH="1">
            <a:off x="7726866" y="5444951"/>
            <a:ext cx="768716" cy="3459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D15420E0-FBDC-4CFC-BDC6-869A29015F9C}"/>
              </a:ext>
            </a:extLst>
          </p:cNvPr>
          <p:cNvCxnSpPr>
            <a:stCxn id="136" idx="3"/>
          </p:cNvCxnSpPr>
          <p:nvPr/>
        </p:nvCxnSpPr>
        <p:spPr>
          <a:xfrm flipH="1">
            <a:off x="7562856" y="5656238"/>
            <a:ext cx="1576247" cy="1870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15BEC696-1DDF-4636-A45A-BD8D31F430F3}"/>
              </a:ext>
            </a:extLst>
          </p:cNvPr>
          <p:cNvCxnSpPr/>
          <p:nvPr/>
        </p:nvCxnSpPr>
        <p:spPr>
          <a:xfrm flipH="1" flipV="1">
            <a:off x="7726866" y="5843307"/>
            <a:ext cx="2320335" cy="319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11748DFF-3E4A-464A-B1B2-1EDBBEACD9EC}"/>
              </a:ext>
            </a:extLst>
          </p:cNvPr>
          <p:cNvCxnSpPr/>
          <p:nvPr/>
        </p:nvCxnSpPr>
        <p:spPr>
          <a:xfrm flipH="1" flipV="1">
            <a:off x="7726866" y="5874411"/>
            <a:ext cx="2789860" cy="3543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3C535E1B-6DEF-4866-8142-9E5ABD9C17BE}"/>
              </a:ext>
            </a:extLst>
          </p:cNvPr>
          <p:cNvCxnSpPr/>
          <p:nvPr/>
        </p:nvCxnSpPr>
        <p:spPr>
          <a:xfrm flipH="1" flipV="1">
            <a:off x="7467600" y="5798624"/>
            <a:ext cx="2363328" cy="7002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1512F76B-943B-4643-9F49-1FCD2885E99B}"/>
              </a:ext>
            </a:extLst>
          </p:cNvPr>
          <p:cNvCxnSpPr/>
          <p:nvPr/>
        </p:nvCxnSpPr>
        <p:spPr>
          <a:xfrm flipH="1" flipV="1">
            <a:off x="7415281" y="5822577"/>
            <a:ext cx="1255707" cy="7051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9E1BA9BE-C23B-4B19-A4ED-2D7DDF963641}"/>
              </a:ext>
            </a:extLst>
          </p:cNvPr>
          <p:cNvCxnSpPr/>
          <p:nvPr/>
        </p:nvCxnSpPr>
        <p:spPr>
          <a:xfrm flipV="1">
            <a:off x="5968253" y="3969789"/>
            <a:ext cx="293606" cy="4248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598E4205-2196-414D-AA38-A64ED33FACED}"/>
              </a:ext>
            </a:extLst>
          </p:cNvPr>
          <p:cNvCxnSpPr/>
          <p:nvPr/>
        </p:nvCxnSpPr>
        <p:spPr>
          <a:xfrm flipV="1">
            <a:off x="6436659" y="4034592"/>
            <a:ext cx="31374" cy="6606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DB046CC9-E9D1-4E9B-A198-EA27B89A1411}"/>
              </a:ext>
            </a:extLst>
          </p:cNvPr>
          <p:cNvCxnSpPr/>
          <p:nvPr/>
        </p:nvCxnSpPr>
        <p:spPr>
          <a:xfrm flipH="1" flipV="1">
            <a:off x="6741582" y="3925148"/>
            <a:ext cx="319127" cy="8519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0F1E1E9F-B140-4648-B384-7BEBF9C4F5B9}"/>
              </a:ext>
            </a:extLst>
          </p:cNvPr>
          <p:cNvCxnSpPr/>
          <p:nvPr/>
        </p:nvCxnSpPr>
        <p:spPr>
          <a:xfrm flipH="1" flipV="1">
            <a:off x="6680825" y="3868845"/>
            <a:ext cx="1179987" cy="6597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0346C88B-518C-4BE5-952F-9B01D389FF6D}"/>
              </a:ext>
            </a:extLst>
          </p:cNvPr>
          <p:cNvCxnSpPr>
            <a:cxnSpLocks/>
          </p:cNvCxnSpPr>
          <p:nvPr/>
        </p:nvCxnSpPr>
        <p:spPr>
          <a:xfrm flipH="1" flipV="1">
            <a:off x="6788400" y="3921292"/>
            <a:ext cx="1759449" cy="5383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78A331B8-1F42-420C-B237-AEBFFA886290}"/>
              </a:ext>
            </a:extLst>
          </p:cNvPr>
          <p:cNvCxnSpPr>
            <a:cxnSpLocks/>
          </p:cNvCxnSpPr>
          <p:nvPr/>
        </p:nvCxnSpPr>
        <p:spPr>
          <a:xfrm flipH="1" flipV="1">
            <a:off x="6819910" y="3969789"/>
            <a:ext cx="1466527" cy="595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B9818E84-3A57-4D7B-ADD6-35E94158A9C6}"/>
              </a:ext>
            </a:extLst>
          </p:cNvPr>
          <p:cNvCxnSpPr/>
          <p:nvPr/>
        </p:nvCxnSpPr>
        <p:spPr>
          <a:xfrm flipH="1">
            <a:off x="8943361" y="1261781"/>
            <a:ext cx="613022" cy="8141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F1BBA019-061C-4FDF-B946-1316D2738E1D}"/>
              </a:ext>
            </a:extLst>
          </p:cNvPr>
          <p:cNvCxnSpPr/>
          <p:nvPr/>
        </p:nvCxnSpPr>
        <p:spPr>
          <a:xfrm flipV="1">
            <a:off x="9650511" y="1225376"/>
            <a:ext cx="0" cy="12373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582268C5-62EF-4457-8472-5046F9BC38C7}"/>
              </a:ext>
            </a:extLst>
          </p:cNvPr>
          <p:cNvCxnSpPr>
            <a:stCxn id="143" idx="0"/>
          </p:cNvCxnSpPr>
          <p:nvPr/>
        </p:nvCxnSpPr>
        <p:spPr>
          <a:xfrm flipH="1" flipV="1">
            <a:off x="9628094" y="1035423"/>
            <a:ext cx="762006" cy="13659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FE684938-ABD1-41AE-AFB8-B463FE8D4F8C}"/>
              </a:ext>
            </a:extLst>
          </p:cNvPr>
          <p:cNvCxnSpPr/>
          <p:nvPr/>
        </p:nvCxnSpPr>
        <p:spPr>
          <a:xfrm flipH="1" flipV="1">
            <a:off x="9593957" y="1110514"/>
            <a:ext cx="1580558" cy="11830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연결선 88">
            <a:extLst>
              <a:ext uri="{FF2B5EF4-FFF2-40B4-BE49-F238E27FC236}">
                <a16:creationId xmlns:a16="http://schemas.microsoft.com/office/drawing/2014/main" id="{3ACDACBF-0067-4F90-9FE4-8D7DC1DB5344}"/>
              </a:ext>
            </a:extLst>
          </p:cNvPr>
          <p:cNvCxnSpPr>
            <a:stCxn id="141" idx="1"/>
          </p:cNvCxnSpPr>
          <p:nvPr/>
        </p:nvCxnSpPr>
        <p:spPr>
          <a:xfrm flipH="1" flipV="1">
            <a:off x="10646660" y="1323561"/>
            <a:ext cx="475260" cy="3993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10158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1F1B61C-B5CA-4DE9-8206-CBED6F24C4C3}"/>
              </a:ext>
            </a:extLst>
          </p:cNvPr>
          <p:cNvSpPr txBox="1"/>
          <p:nvPr/>
        </p:nvSpPr>
        <p:spPr>
          <a:xfrm>
            <a:off x="663388" y="484094"/>
            <a:ext cx="1086522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/>
              <a:t>Strong entity : </a:t>
            </a:r>
            <a:r>
              <a:rPr lang="en-US" altLang="ko-KR" sz="2800" dirty="0">
                <a:solidFill>
                  <a:srgbClr val="0070C0"/>
                </a:solidFill>
              </a:rPr>
              <a:t>Titles,</a:t>
            </a:r>
            <a:r>
              <a:rPr lang="ko-KR" altLang="en-US" sz="2800" dirty="0">
                <a:solidFill>
                  <a:srgbClr val="0070C0"/>
                </a:solidFill>
              </a:rPr>
              <a:t> </a:t>
            </a:r>
            <a:r>
              <a:rPr lang="en-US" altLang="ko-KR" sz="2800" dirty="0">
                <a:solidFill>
                  <a:srgbClr val="0070C0"/>
                </a:solidFill>
              </a:rPr>
              <a:t>akas , names</a:t>
            </a:r>
          </a:p>
          <a:p>
            <a:endParaRPr lang="en-US" altLang="ko-KR" sz="2800" dirty="0"/>
          </a:p>
          <a:p>
            <a:r>
              <a:rPr lang="en-US" altLang="ko-KR" sz="2800" dirty="0"/>
              <a:t>Weak entity (associated with Titles) : </a:t>
            </a:r>
            <a:r>
              <a:rPr lang="en-US" altLang="ko-KR" sz="2800" dirty="0">
                <a:solidFill>
                  <a:srgbClr val="0070C0"/>
                </a:solidFill>
              </a:rPr>
              <a:t>Genres</a:t>
            </a:r>
            <a:r>
              <a:rPr lang="en-US" altLang="ko-KR" sz="2800" dirty="0"/>
              <a:t>, </a:t>
            </a:r>
            <a:r>
              <a:rPr lang="en-US" altLang="ko-KR" sz="2800" dirty="0">
                <a:solidFill>
                  <a:srgbClr val="0070C0"/>
                </a:solidFill>
              </a:rPr>
              <a:t>Ratings</a:t>
            </a:r>
            <a:r>
              <a:rPr lang="en-US" altLang="ko-KR" sz="2800" dirty="0"/>
              <a:t>, </a:t>
            </a:r>
            <a:r>
              <a:rPr lang="en-US" altLang="ko-KR" sz="2800" dirty="0">
                <a:solidFill>
                  <a:srgbClr val="0070C0"/>
                </a:solidFill>
              </a:rPr>
              <a:t>Episodes</a:t>
            </a:r>
            <a:r>
              <a:rPr lang="en-US" altLang="ko-KR" sz="2800" dirty="0"/>
              <a:t> </a:t>
            </a:r>
          </a:p>
          <a:p>
            <a:r>
              <a:rPr lang="en-US" altLang="ko-KR" sz="2800" dirty="0"/>
              <a:t>Weak entity (associated with akas) : </a:t>
            </a:r>
            <a:r>
              <a:rPr lang="en-US" altLang="ko-KR" sz="2800" dirty="0" err="1">
                <a:solidFill>
                  <a:srgbClr val="0070C0"/>
                </a:solidFill>
              </a:rPr>
              <a:t>akas_types</a:t>
            </a:r>
            <a:r>
              <a:rPr lang="en-US" altLang="ko-KR" sz="2800" dirty="0"/>
              <a:t> , </a:t>
            </a:r>
            <a:r>
              <a:rPr lang="en-US" altLang="ko-KR" sz="2800" dirty="0" err="1">
                <a:solidFill>
                  <a:srgbClr val="0070C0"/>
                </a:solidFill>
              </a:rPr>
              <a:t>akas_attrs</a:t>
            </a:r>
            <a:endParaRPr lang="en-US" altLang="ko-KR" sz="2800" dirty="0">
              <a:solidFill>
                <a:srgbClr val="0070C0"/>
              </a:solidFill>
            </a:endParaRPr>
          </a:p>
          <a:p>
            <a:r>
              <a:rPr lang="en-US" altLang="ko-KR" sz="2800" dirty="0"/>
              <a:t>Weak entity (associated with names) : </a:t>
            </a:r>
            <a:r>
              <a:rPr lang="en-US" altLang="ko-KR" sz="2800" dirty="0" err="1">
                <a:solidFill>
                  <a:srgbClr val="0070C0"/>
                </a:solidFill>
              </a:rPr>
              <a:t>PrimaryProfessions</a:t>
            </a:r>
            <a:endParaRPr lang="en-US" altLang="ko-KR" sz="2800" dirty="0">
              <a:solidFill>
                <a:srgbClr val="0070C0"/>
              </a:solidFill>
            </a:endParaRPr>
          </a:p>
          <a:p>
            <a:endParaRPr lang="en-US" altLang="ko-KR" sz="2800" dirty="0"/>
          </a:p>
          <a:p>
            <a:r>
              <a:rPr lang="en-US" altLang="ko-KR" sz="2800" dirty="0"/>
              <a:t>Relationship :</a:t>
            </a:r>
          </a:p>
          <a:p>
            <a:r>
              <a:rPr lang="en-US" altLang="ko-KR" sz="2800" dirty="0"/>
              <a:t>(Titles – akas) -&gt; </a:t>
            </a:r>
            <a:r>
              <a:rPr lang="en-US" altLang="ko-KR" sz="2800" dirty="0" err="1"/>
              <a:t>as_known_as</a:t>
            </a:r>
            <a:r>
              <a:rPr lang="en-US" altLang="ko-KR" sz="2800" dirty="0"/>
              <a:t> </a:t>
            </a:r>
          </a:p>
          <a:p>
            <a:r>
              <a:rPr lang="en-US" altLang="ko-KR" sz="2800" dirty="0"/>
              <a:t>(Titles – names) -&gt; crews(</a:t>
            </a:r>
            <a:r>
              <a:rPr lang="en-US" altLang="ko-KR" sz="2800" dirty="0">
                <a:solidFill>
                  <a:srgbClr val="0070C0"/>
                </a:solidFill>
              </a:rPr>
              <a:t>writers</a:t>
            </a:r>
            <a:r>
              <a:rPr lang="en-US" altLang="ko-KR" sz="2800" dirty="0"/>
              <a:t> ,</a:t>
            </a:r>
            <a:r>
              <a:rPr lang="en-US" altLang="ko-KR" sz="2800" dirty="0">
                <a:solidFill>
                  <a:srgbClr val="0070C0"/>
                </a:solidFill>
              </a:rPr>
              <a:t>directors</a:t>
            </a:r>
            <a:r>
              <a:rPr lang="en-US" altLang="ko-KR" sz="2800" dirty="0"/>
              <a:t>), </a:t>
            </a:r>
            <a:r>
              <a:rPr lang="en-US" altLang="ko-KR" sz="2800" dirty="0" err="1">
                <a:solidFill>
                  <a:srgbClr val="0070C0"/>
                </a:solidFill>
              </a:rPr>
              <a:t>known_for</a:t>
            </a:r>
            <a:r>
              <a:rPr lang="en-US" altLang="ko-KR" sz="2800" dirty="0"/>
              <a:t> ,</a:t>
            </a:r>
            <a:r>
              <a:rPr lang="en-US" altLang="ko-KR" sz="2800" dirty="0">
                <a:solidFill>
                  <a:srgbClr val="0070C0"/>
                </a:solidFill>
              </a:rPr>
              <a:t>principals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60CA99-8660-41C9-883D-CA942D9870F2}"/>
              </a:ext>
            </a:extLst>
          </p:cNvPr>
          <p:cNvSpPr txBox="1"/>
          <p:nvPr/>
        </p:nvSpPr>
        <p:spPr>
          <a:xfrm>
            <a:off x="1004047" y="4787153"/>
            <a:ext cx="900056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여러 개의 값을 갖는 </a:t>
            </a:r>
            <a:r>
              <a:rPr lang="ko-KR" altLang="en-US" dirty="0" err="1"/>
              <a:t>멀티애트리뷰트들은</a:t>
            </a:r>
            <a:r>
              <a:rPr lang="ko-KR" altLang="en-US" dirty="0"/>
              <a:t> 하나의 테이블로 분리하여 설계 했습니다</a:t>
            </a:r>
            <a:endParaRPr lang="en-US" altLang="ko-KR" dirty="0"/>
          </a:p>
          <a:p>
            <a:r>
              <a:rPr lang="en-US" altLang="ko-KR" dirty="0"/>
              <a:t>(ex,</a:t>
            </a:r>
            <a:r>
              <a:rPr lang="ko-KR" altLang="en-US" dirty="0"/>
              <a:t> 장르 </a:t>
            </a:r>
            <a:r>
              <a:rPr lang="en-US" altLang="ko-KR" dirty="0"/>
              <a:t>and Primary Profession ..)</a:t>
            </a:r>
          </a:p>
          <a:p>
            <a:endParaRPr lang="en-US" altLang="ko-KR" dirty="0"/>
          </a:p>
          <a:p>
            <a:r>
              <a:rPr lang="en-US" altLang="ko-KR" dirty="0"/>
              <a:t>Ratings </a:t>
            </a:r>
            <a:r>
              <a:rPr lang="ko-KR" altLang="en-US" dirty="0"/>
              <a:t>의 경우 많은 </a:t>
            </a:r>
            <a:r>
              <a:rPr lang="en-US" altLang="ko-KR" dirty="0"/>
              <a:t>Title </a:t>
            </a:r>
            <a:r>
              <a:rPr lang="ko-KR" altLang="en-US" dirty="0"/>
              <a:t>들이 </a:t>
            </a:r>
            <a:r>
              <a:rPr lang="en-US" altLang="ko-KR" dirty="0"/>
              <a:t>\n </a:t>
            </a:r>
            <a:r>
              <a:rPr lang="ko-KR" altLang="en-US" dirty="0"/>
              <a:t>값을 보유하고 있어서 </a:t>
            </a:r>
            <a:r>
              <a:rPr lang="en-US" altLang="ko-KR" dirty="0"/>
              <a:t>Title </a:t>
            </a:r>
            <a:r>
              <a:rPr lang="ko-KR" altLang="en-US" dirty="0"/>
              <a:t>테이블에 </a:t>
            </a:r>
            <a:r>
              <a:rPr lang="ko-KR" altLang="en-US" dirty="0" err="1"/>
              <a:t>애트리뷰트로</a:t>
            </a:r>
            <a:r>
              <a:rPr lang="ko-KR" altLang="en-US" dirty="0"/>
              <a:t> 넣으면 필요 없는 메모리를 낭비하게 될 것 같아서 따로 분리하였습니다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329265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A4E4184E-488B-4993-B4BF-69C010A9C1DC}"/>
              </a:ext>
            </a:extLst>
          </p:cNvPr>
          <p:cNvSpPr/>
          <p:nvPr/>
        </p:nvSpPr>
        <p:spPr>
          <a:xfrm>
            <a:off x="9430870" y="493059"/>
            <a:ext cx="1455829" cy="148814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A87C1DE-D8AA-48A9-9ECA-B3D06C2F77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1087" y="0"/>
            <a:ext cx="516987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1922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F52050CC-55FF-43EB-875C-E97AADAED4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9560" y="610444"/>
            <a:ext cx="5545875" cy="5383656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287F047C-9F3D-4110-B3B4-2BF8FD03070F}"/>
              </a:ext>
            </a:extLst>
          </p:cNvPr>
          <p:cNvCxnSpPr>
            <a:cxnSpLocks/>
          </p:cNvCxnSpPr>
          <p:nvPr/>
        </p:nvCxnSpPr>
        <p:spPr>
          <a:xfrm>
            <a:off x="4401671" y="3496235"/>
            <a:ext cx="0" cy="340659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47609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142E9AC7-B659-4AF5-B4F1-BEBEF775D0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9569" y="1442845"/>
            <a:ext cx="5772956" cy="2753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2944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그림 140">
            <a:extLst>
              <a:ext uri="{FF2B5EF4-FFF2-40B4-BE49-F238E27FC236}">
                <a16:creationId xmlns:a16="http://schemas.microsoft.com/office/drawing/2014/main" id="{C251DA33-1659-4ACB-A40E-821DB99D81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9722" y="4121534"/>
            <a:ext cx="1636509" cy="212234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2B0EB3E9-DBB2-4358-8C31-7979243415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8673" y="0"/>
            <a:ext cx="1659128" cy="385324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8FCA5A2-E5F1-4FB5-8E7D-93C6086DA9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0073" y="453468"/>
            <a:ext cx="2231010" cy="3096552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93F873F-BEF4-4C27-BCA0-3A0A98B439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1155" y="4228194"/>
            <a:ext cx="1502342" cy="2456329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2FDF38F7-A44E-4485-8B68-D0ACEBBE5B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35590" y="1655343"/>
            <a:ext cx="1724266" cy="2333951"/>
          </a:xfrm>
          <a:prstGeom prst="rect">
            <a:avLst/>
          </a:prstGeom>
        </p:spPr>
      </p:pic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008D0ACC-A627-425C-A161-08CB2ADABE11}"/>
              </a:ext>
            </a:extLst>
          </p:cNvPr>
          <p:cNvCxnSpPr>
            <a:cxnSpLocks/>
            <a:stCxn id="9" idx="2"/>
            <a:endCxn id="18" idx="0"/>
          </p:cNvCxnSpPr>
          <p:nvPr/>
        </p:nvCxnSpPr>
        <p:spPr>
          <a:xfrm>
            <a:off x="2165578" y="3550020"/>
            <a:ext cx="0" cy="403412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390EEDF4-7517-4FDC-91DF-75C7AAD6105D}"/>
              </a:ext>
            </a:extLst>
          </p:cNvPr>
          <p:cNvCxnSpPr/>
          <p:nvPr/>
        </p:nvCxnSpPr>
        <p:spPr>
          <a:xfrm>
            <a:off x="1990165" y="3693459"/>
            <a:ext cx="35858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타원 17">
            <a:extLst>
              <a:ext uri="{FF2B5EF4-FFF2-40B4-BE49-F238E27FC236}">
                <a16:creationId xmlns:a16="http://schemas.microsoft.com/office/drawing/2014/main" id="{DA91B949-9076-41BA-8DBF-C3E62C083C0E}"/>
              </a:ext>
            </a:extLst>
          </p:cNvPr>
          <p:cNvSpPr/>
          <p:nvPr/>
        </p:nvSpPr>
        <p:spPr>
          <a:xfrm>
            <a:off x="2022142" y="3953432"/>
            <a:ext cx="286871" cy="13132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689919AF-F102-4271-AB0E-7A4BA890E4C3}"/>
              </a:ext>
            </a:extLst>
          </p:cNvPr>
          <p:cNvCxnSpPr/>
          <p:nvPr/>
        </p:nvCxnSpPr>
        <p:spPr>
          <a:xfrm>
            <a:off x="1990165" y="4084753"/>
            <a:ext cx="35858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E4CC6A58-EBA6-4DF5-8F42-F57D81C2E1E5}"/>
              </a:ext>
            </a:extLst>
          </p:cNvPr>
          <p:cNvCxnSpPr>
            <a:stCxn id="18" idx="4"/>
          </p:cNvCxnSpPr>
          <p:nvPr/>
        </p:nvCxnSpPr>
        <p:spPr>
          <a:xfrm flipH="1">
            <a:off x="2022142" y="4084753"/>
            <a:ext cx="143436" cy="27209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26BA1ACA-CD18-40ED-8F89-FA266FF435ED}"/>
              </a:ext>
            </a:extLst>
          </p:cNvPr>
          <p:cNvCxnSpPr>
            <a:stCxn id="18" idx="4"/>
          </p:cNvCxnSpPr>
          <p:nvPr/>
        </p:nvCxnSpPr>
        <p:spPr>
          <a:xfrm>
            <a:off x="2165578" y="4084753"/>
            <a:ext cx="175412" cy="2599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DB485173-486D-4466-AF8A-07A3EDF854A9}"/>
              </a:ext>
            </a:extLst>
          </p:cNvPr>
          <p:cNvCxnSpPr>
            <a:stCxn id="18" idx="4"/>
          </p:cNvCxnSpPr>
          <p:nvPr/>
        </p:nvCxnSpPr>
        <p:spPr>
          <a:xfrm flipH="1">
            <a:off x="2165577" y="4084753"/>
            <a:ext cx="1" cy="2599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37906A82-48E6-41AA-8867-9AAF84402C96}"/>
              </a:ext>
            </a:extLst>
          </p:cNvPr>
          <p:cNvCxnSpPr>
            <a:cxnSpLocks/>
          </p:cNvCxnSpPr>
          <p:nvPr/>
        </p:nvCxnSpPr>
        <p:spPr>
          <a:xfrm flipV="1">
            <a:off x="3281083" y="1030942"/>
            <a:ext cx="1479176" cy="1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3" name="타원 42">
            <a:extLst>
              <a:ext uri="{FF2B5EF4-FFF2-40B4-BE49-F238E27FC236}">
                <a16:creationId xmlns:a16="http://schemas.microsoft.com/office/drawing/2014/main" id="{96C4C1BE-4EEF-4683-BC88-AFF26F7BC691}"/>
              </a:ext>
            </a:extLst>
          </p:cNvPr>
          <p:cNvSpPr/>
          <p:nvPr/>
        </p:nvSpPr>
        <p:spPr>
          <a:xfrm rot="5400000">
            <a:off x="4639248" y="965281"/>
            <a:ext cx="286871" cy="13132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7B14A73A-FFDD-46BD-A336-529F9AD4E8AF}"/>
              </a:ext>
            </a:extLst>
          </p:cNvPr>
          <p:cNvCxnSpPr>
            <a:cxnSpLocks/>
          </p:cNvCxnSpPr>
          <p:nvPr/>
        </p:nvCxnSpPr>
        <p:spPr>
          <a:xfrm flipV="1">
            <a:off x="3258658" y="2003611"/>
            <a:ext cx="1479176" cy="1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5" name="타원 44">
            <a:extLst>
              <a:ext uri="{FF2B5EF4-FFF2-40B4-BE49-F238E27FC236}">
                <a16:creationId xmlns:a16="http://schemas.microsoft.com/office/drawing/2014/main" id="{D92CDFAC-3BB4-4D68-B3C3-4B4F2819D571}"/>
              </a:ext>
            </a:extLst>
          </p:cNvPr>
          <p:cNvSpPr/>
          <p:nvPr/>
        </p:nvSpPr>
        <p:spPr>
          <a:xfrm rot="5400000">
            <a:off x="4616823" y="1937950"/>
            <a:ext cx="286871" cy="13132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49D354AE-D48E-454E-A600-8285C99B3D68}"/>
              </a:ext>
            </a:extLst>
          </p:cNvPr>
          <p:cNvCxnSpPr>
            <a:cxnSpLocks/>
          </p:cNvCxnSpPr>
          <p:nvPr/>
        </p:nvCxnSpPr>
        <p:spPr>
          <a:xfrm flipV="1">
            <a:off x="3258658" y="3097300"/>
            <a:ext cx="1479176" cy="1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7" name="타원 46">
            <a:extLst>
              <a:ext uri="{FF2B5EF4-FFF2-40B4-BE49-F238E27FC236}">
                <a16:creationId xmlns:a16="http://schemas.microsoft.com/office/drawing/2014/main" id="{64CBF7BD-E27B-41BF-AFB8-16F008D2A82D}"/>
              </a:ext>
            </a:extLst>
          </p:cNvPr>
          <p:cNvSpPr/>
          <p:nvPr/>
        </p:nvSpPr>
        <p:spPr>
          <a:xfrm rot="5400000">
            <a:off x="4616823" y="3031639"/>
            <a:ext cx="286871" cy="13132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6306BB3E-5BDB-48CD-9092-045DEE618798}"/>
              </a:ext>
            </a:extLst>
          </p:cNvPr>
          <p:cNvCxnSpPr>
            <a:cxnSpLocks/>
            <a:endCxn id="49" idx="4"/>
          </p:cNvCxnSpPr>
          <p:nvPr/>
        </p:nvCxnSpPr>
        <p:spPr>
          <a:xfrm flipH="1" flipV="1">
            <a:off x="6799622" y="1039393"/>
            <a:ext cx="2731274" cy="122868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9" name="타원 48">
            <a:extLst>
              <a:ext uri="{FF2B5EF4-FFF2-40B4-BE49-F238E27FC236}">
                <a16:creationId xmlns:a16="http://schemas.microsoft.com/office/drawing/2014/main" id="{B6992170-D8A7-4921-BB0B-84C3375A1A18}"/>
              </a:ext>
            </a:extLst>
          </p:cNvPr>
          <p:cNvSpPr/>
          <p:nvPr/>
        </p:nvSpPr>
        <p:spPr>
          <a:xfrm rot="17385992">
            <a:off x="6594395" y="951527"/>
            <a:ext cx="286871" cy="13132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타원 52">
            <a:extLst>
              <a:ext uri="{FF2B5EF4-FFF2-40B4-BE49-F238E27FC236}">
                <a16:creationId xmlns:a16="http://schemas.microsoft.com/office/drawing/2014/main" id="{5CB09D84-3333-474E-8EC4-80F6C81909F6}"/>
              </a:ext>
            </a:extLst>
          </p:cNvPr>
          <p:cNvSpPr/>
          <p:nvPr/>
        </p:nvSpPr>
        <p:spPr>
          <a:xfrm rot="16200000">
            <a:off x="6484095" y="2125905"/>
            <a:ext cx="286871" cy="13132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682221A8-0F85-4642-8DAD-7204826876E6}"/>
              </a:ext>
            </a:extLst>
          </p:cNvPr>
          <p:cNvCxnSpPr>
            <a:cxnSpLocks/>
            <a:stCxn id="53" idx="4"/>
          </p:cNvCxnSpPr>
          <p:nvPr/>
        </p:nvCxnSpPr>
        <p:spPr>
          <a:xfrm>
            <a:off x="6693191" y="2191565"/>
            <a:ext cx="2865533" cy="255904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7" name="타원 56">
            <a:extLst>
              <a:ext uri="{FF2B5EF4-FFF2-40B4-BE49-F238E27FC236}">
                <a16:creationId xmlns:a16="http://schemas.microsoft.com/office/drawing/2014/main" id="{A735943A-3A1A-4F15-A038-2841F4E6ADD9}"/>
              </a:ext>
            </a:extLst>
          </p:cNvPr>
          <p:cNvSpPr/>
          <p:nvPr/>
        </p:nvSpPr>
        <p:spPr>
          <a:xfrm rot="16200000">
            <a:off x="6484095" y="3188223"/>
            <a:ext cx="286871" cy="13132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51B8BB8F-BCB7-468C-BB12-22F1200378F6}"/>
              </a:ext>
            </a:extLst>
          </p:cNvPr>
          <p:cNvCxnSpPr>
            <a:cxnSpLocks/>
            <a:stCxn id="57" idx="4"/>
          </p:cNvCxnSpPr>
          <p:nvPr/>
        </p:nvCxnSpPr>
        <p:spPr>
          <a:xfrm>
            <a:off x="6693191" y="3253883"/>
            <a:ext cx="2837704" cy="31379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FEFB5FB7-506B-42BB-B27A-373513E10095}"/>
              </a:ext>
            </a:extLst>
          </p:cNvPr>
          <p:cNvCxnSpPr/>
          <p:nvPr/>
        </p:nvCxnSpPr>
        <p:spPr>
          <a:xfrm>
            <a:off x="3258658" y="3429000"/>
            <a:ext cx="1824330" cy="14478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296964A9-5D7E-4697-84BC-C18FC15CA542}"/>
              </a:ext>
            </a:extLst>
          </p:cNvPr>
          <p:cNvCxnSpPr/>
          <p:nvPr/>
        </p:nvCxnSpPr>
        <p:spPr>
          <a:xfrm flipH="1">
            <a:off x="6463553" y="3953432"/>
            <a:ext cx="3095171" cy="9934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904E7D78-C677-42E1-B361-ACF61F3F4F18}"/>
              </a:ext>
            </a:extLst>
          </p:cNvPr>
          <p:cNvCxnSpPr>
            <a:cxnSpLocks/>
          </p:cNvCxnSpPr>
          <p:nvPr/>
        </p:nvCxnSpPr>
        <p:spPr>
          <a:xfrm>
            <a:off x="4848344" y="859997"/>
            <a:ext cx="0" cy="38609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AB92AA14-15E2-4505-A339-42C9C7863BFD}"/>
              </a:ext>
            </a:extLst>
          </p:cNvPr>
          <p:cNvCxnSpPr>
            <a:cxnSpLocks/>
          </p:cNvCxnSpPr>
          <p:nvPr/>
        </p:nvCxnSpPr>
        <p:spPr>
          <a:xfrm>
            <a:off x="4833322" y="1805468"/>
            <a:ext cx="0" cy="38609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5449F6D3-1979-4B0C-80CC-CBBF4EE6C97B}"/>
              </a:ext>
            </a:extLst>
          </p:cNvPr>
          <p:cNvCxnSpPr>
            <a:cxnSpLocks/>
          </p:cNvCxnSpPr>
          <p:nvPr/>
        </p:nvCxnSpPr>
        <p:spPr>
          <a:xfrm>
            <a:off x="4833322" y="2883475"/>
            <a:ext cx="0" cy="38609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33AC8F5E-7DC0-47F2-8D71-C76531B4B8CB}"/>
              </a:ext>
            </a:extLst>
          </p:cNvPr>
          <p:cNvCxnSpPr>
            <a:cxnSpLocks/>
          </p:cNvCxnSpPr>
          <p:nvPr/>
        </p:nvCxnSpPr>
        <p:spPr>
          <a:xfrm flipH="1">
            <a:off x="6561870" y="726141"/>
            <a:ext cx="237752" cy="44823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2F081BEC-90D7-4036-8622-92DD3D58CA85}"/>
              </a:ext>
            </a:extLst>
          </p:cNvPr>
          <p:cNvCxnSpPr>
            <a:cxnSpLocks/>
          </p:cNvCxnSpPr>
          <p:nvPr/>
        </p:nvCxnSpPr>
        <p:spPr>
          <a:xfrm>
            <a:off x="6561870" y="1998516"/>
            <a:ext cx="0" cy="38609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24242657-94CD-4C36-A911-64542252E7F8}"/>
              </a:ext>
            </a:extLst>
          </p:cNvPr>
          <p:cNvCxnSpPr>
            <a:cxnSpLocks/>
          </p:cNvCxnSpPr>
          <p:nvPr/>
        </p:nvCxnSpPr>
        <p:spPr>
          <a:xfrm>
            <a:off x="6554667" y="3092213"/>
            <a:ext cx="0" cy="38609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4" name="타원 73">
            <a:extLst>
              <a:ext uri="{FF2B5EF4-FFF2-40B4-BE49-F238E27FC236}">
                <a16:creationId xmlns:a16="http://schemas.microsoft.com/office/drawing/2014/main" id="{CF5E869D-1DAD-4F3D-9D25-9DE35BAC26C3}"/>
              </a:ext>
            </a:extLst>
          </p:cNvPr>
          <p:cNvSpPr/>
          <p:nvPr/>
        </p:nvSpPr>
        <p:spPr>
          <a:xfrm rot="7455094">
            <a:off x="4616822" y="4568025"/>
            <a:ext cx="286871" cy="13132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38CCB9F4-2FBB-40A5-8872-60C459474994}"/>
              </a:ext>
            </a:extLst>
          </p:cNvPr>
          <p:cNvCxnSpPr>
            <a:cxnSpLocks/>
          </p:cNvCxnSpPr>
          <p:nvPr/>
        </p:nvCxnSpPr>
        <p:spPr>
          <a:xfrm flipH="1">
            <a:off x="4694598" y="4502370"/>
            <a:ext cx="228829" cy="34544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7" name="타원 76">
            <a:extLst>
              <a:ext uri="{FF2B5EF4-FFF2-40B4-BE49-F238E27FC236}">
                <a16:creationId xmlns:a16="http://schemas.microsoft.com/office/drawing/2014/main" id="{45FD3C65-9A12-4446-9B35-B0CBD8F46B09}"/>
              </a:ext>
            </a:extLst>
          </p:cNvPr>
          <p:cNvSpPr/>
          <p:nvPr/>
        </p:nvSpPr>
        <p:spPr>
          <a:xfrm rot="14793480">
            <a:off x="6600026" y="4811139"/>
            <a:ext cx="286871" cy="13132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id="{E10015DA-B3EC-4B54-93A5-3EDBF7B6D51B}"/>
              </a:ext>
            </a:extLst>
          </p:cNvPr>
          <p:cNvCxnSpPr>
            <a:cxnSpLocks/>
          </p:cNvCxnSpPr>
          <p:nvPr/>
        </p:nvCxnSpPr>
        <p:spPr>
          <a:xfrm>
            <a:off x="6591766" y="4753879"/>
            <a:ext cx="207856" cy="37684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997C5728-0EF6-412E-8C26-8165B8380782}"/>
              </a:ext>
            </a:extLst>
          </p:cNvPr>
          <p:cNvCxnSpPr>
            <a:stCxn id="43" idx="0"/>
          </p:cNvCxnSpPr>
          <p:nvPr/>
        </p:nvCxnSpPr>
        <p:spPr>
          <a:xfrm flipV="1">
            <a:off x="4848344" y="1017187"/>
            <a:ext cx="396009" cy="1375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6A23B721-1837-42A2-8AAC-D99EEC4F5276}"/>
              </a:ext>
            </a:extLst>
          </p:cNvPr>
          <p:cNvCxnSpPr>
            <a:stCxn id="43" idx="0"/>
          </p:cNvCxnSpPr>
          <p:nvPr/>
        </p:nvCxnSpPr>
        <p:spPr>
          <a:xfrm flipV="1">
            <a:off x="4848344" y="828890"/>
            <a:ext cx="404974" cy="20205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7D716DBF-44D3-4E99-9ABA-8FD35B4AE8BC}"/>
              </a:ext>
            </a:extLst>
          </p:cNvPr>
          <p:cNvCxnSpPr>
            <a:stCxn id="43" idx="0"/>
          </p:cNvCxnSpPr>
          <p:nvPr/>
        </p:nvCxnSpPr>
        <p:spPr>
          <a:xfrm>
            <a:off x="4848344" y="1030942"/>
            <a:ext cx="396009" cy="12861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069B56A3-F124-4AE5-A21A-E1F0E655F5A9}"/>
              </a:ext>
            </a:extLst>
          </p:cNvPr>
          <p:cNvCxnSpPr>
            <a:stCxn id="45" idx="0"/>
          </p:cNvCxnSpPr>
          <p:nvPr/>
        </p:nvCxnSpPr>
        <p:spPr>
          <a:xfrm flipV="1">
            <a:off x="4825919" y="1998516"/>
            <a:ext cx="390611" cy="509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직선 연결선 88">
            <a:extLst>
              <a:ext uri="{FF2B5EF4-FFF2-40B4-BE49-F238E27FC236}">
                <a16:creationId xmlns:a16="http://schemas.microsoft.com/office/drawing/2014/main" id="{C4E314F4-F438-4CB7-91B0-2DD15E861A95}"/>
              </a:ext>
            </a:extLst>
          </p:cNvPr>
          <p:cNvCxnSpPr>
            <a:stCxn id="45" idx="0"/>
          </p:cNvCxnSpPr>
          <p:nvPr/>
        </p:nvCxnSpPr>
        <p:spPr>
          <a:xfrm flipV="1">
            <a:off x="4825919" y="1831193"/>
            <a:ext cx="399503" cy="172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267B202E-619A-40F0-83F4-DBD7323C1818}"/>
              </a:ext>
            </a:extLst>
          </p:cNvPr>
          <p:cNvCxnSpPr>
            <a:stCxn id="45" idx="0"/>
          </p:cNvCxnSpPr>
          <p:nvPr/>
        </p:nvCxnSpPr>
        <p:spPr>
          <a:xfrm>
            <a:off x="4825919" y="2003611"/>
            <a:ext cx="390611" cy="17493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" name="직선 연결선 92">
            <a:extLst>
              <a:ext uri="{FF2B5EF4-FFF2-40B4-BE49-F238E27FC236}">
                <a16:creationId xmlns:a16="http://schemas.microsoft.com/office/drawing/2014/main" id="{B5C041FA-BC94-44F2-9E2A-5102099C0963}"/>
              </a:ext>
            </a:extLst>
          </p:cNvPr>
          <p:cNvCxnSpPr>
            <a:stCxn id="47" idx="0"/>
          </p:cNvCxnSpPr>
          <p:nvPr/>
        </p:nvCxnSpPr>
        <p:spPr>
          <a:xfrm>
            <a:off x="4825919" y="3097300"/>
            <a:ext cx="344743" cy="1314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F9323818-5166-4A3A-AF04-2C609847DEAB}"/>
              </a:ext>
            </a:extLst>
          </p:cNvPr>
          <p:cNvCxnSpPr>
            <a:stCxn id="47" idx="0"/>
          </p:cNvCxnSpPr>
          <p:nvPr/>
        </p:nvCxnSpPr>
        <p:spPr>
          <a:xfrm flipV="1">
            <a:off x="4825919" y="2921852"/>
            <a:ext cx="390611" cy="17544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직선 연결선 96">
            <a:extLst>
              <a:ext uri="{FF2B5EF4-FFF2-40B4-BE49-F238E27FC236}">
                <a16:creationId xmlns:a16="http://schemas.microsoft.com/office/drawing/2014/main" id="{EC5E2F83-B6E4-431E-9198-D4028536598F}"/>
              </a:ext>
            </a:extLst>
          </p:cNvPr>
          <p:cNvCxnSpPr>
            <a:stCxn id="47" idx="0"/>
          </p:cNvCxnSpPr>
          <p:nvPr/>
        </p:nvCxnSpPr>
        <p:spPr>
          <a:xfrm>
            <a:off x="4825919" y="3097300"/>
            <a:ext cx="344743" cy="19564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C51D9CA5-FAEE-4349-825D-C42420C29A5E}"/>
              </a:ext>
            </a:extLst>
          </p:cNvPr>
          <p:cNvCxnSpPr>
            <a:stCxn id="74" idx="0"/>
          </p:cNvCxnSpPr>
          <p:nvPr/>
        </p:nvCxnSpPr>
        <p:spPr>
          <a:xfrm>
            <a:off x="4814531" y="4670641"/>
            <a:ext cx="265827" cy="3638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1" name="직선 연결선 100">
            <a:extLst>
              <a:ext uri="{FF2B5EF4-FFF2-40B4-BE49-F238E27FC236}">
                <a16:creationId xmlns:a16="http://schemas.microsoft.com/office/drawing/2014/main" id="{4AA68BEB-3F17-4F5B-BC68-3503EC8EA20C}"/>
              </a:ext>
            </a:extLst>
          </p:cNvPr>
          <p:cNvCxnSpPr>
            <a:stCxn id="74" idx="0"/>
          </p:cNvCxnSpPr>
          <p:nvPr/>
        </p:nvCxnSpPr>
        <p:spPr>
          <a:xfrm>
            <a:off x="4814531" y="4670641"/>
            <a:ext cx="302849" cy="484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40A05DC3-C942-497F-8CEB-E3C3B6B7C11A}"/>
              </a:ext>
            </a:extLst>
          </p:cNvPr>
          <p:cNvCxnSpPr>
            <a:stCxn id="49" idx="0"/>
          </p:cNvCxnSpPr>
          <p:nvPr/>
        </p:nvCxnSpPr>
        <p:spPr>
          <a:xfrm flipH="1" flipV="1">
            <a:off x="6421792" y="822915"/>
            <a:ext cx="254247" cy="17206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9EEAFDB6-6589-4380-9CED-60B61FFA3189}"/>
              </a:ext>
            </a:extLst>
          </p:cNvPr>
          <p:cNvCxnSpPr>
            <a:stCxn id="49" idx="0"/>
          </p:cNvCxnSpPr>
          <p:nvPr/>
        </p:nvCxnSpPr>
        <p:spPr>
          <a:xfrm flipH="1" flipV="1">
            <a:off x="6415605" y="485067"/>
            <a:ext cx="260434" cy="50991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7" name="직선 연결선 106">
            <a:extLst>
              <a:ext uri="{FF2B5EF4-FFF2-40B4-BE49-F238E27FC236}">
                <a16:creationId xmlns:a16="http://schemas.microsoft.com/office/drawing/2014/main" id="{509A61C6-6EC6-426F-BF48-130AC172F041}"/>
              </a:ext>
            </a:extLst>
          </p:cNvPr>
          <p:cNvCxnSpPr>
            <a:stCxn id="49" idx="0"/>
          </p:cNvCxnSpPr>
          <p:nvPr/>
        </p:nvCxnSpPr>
        <p:spPr>
          <a:xfrm flipH="1">
            <a:off x="6415605" y="994981"/>
            <a:ext cx="26043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9" name="직선 연결선 108">
            <a:extLst>
              <a:ext uri="{FF2B5EF4-FFF2-40B4-BE49-F238E27FC236}">
                <a16:creationId xmlns:a16="http://schemas.microsoft.com/office/drawing/2014/main" id="{C36092A3-0E45-42D5-BA42-8657BC0F9036}"/>
              </a:ext>
            </a:extLst>
          </p:cNvPr>
          <p:cNvCxnSpPr>
            <a:stCxn id="53" idx="0"/>
          </p:cNvCxnSpPr>
          <p:nvPr/>
        </p:nvCxnSpPr>
        <p:spPr>
          <a:xfrm flipH="1" flipV="1">
            <a:off x="6212541" y="2147046"/>
            <a:ext cx="349329" cy="4451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1" name="직선 연결선 110">
            <a:extLst>
              <a:ext uri="{FF2B5EF4-FFF2-40B4-BE49-F238E27FC236}">
                <a16:creationId xmlns:a16="http://schemas.microsoft.com/office/drawing/2014/main" id="{4ED95535-55CB-45D1-8C77-68B313843EBE}"/>
              </a:ext>
            </a:extLst>
          </p:cNvPr>
          <p:cNvCxnSpPr/>
          <p:nvPr/>
        </p:nvCxnSpPr>
        <p:spPr>
          <a:xfrm flipH="1" flipV="1">
            <a:off x="6239434" y="1957844"/>
            <a:ext cx="315233" cy="22070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3" name="직선 연결선 112">
            <a:extLst>
              <a:ext uri="{FF2B5EF4-FFF2-40B4-BE49-F238E27FC236}">
                <a16:creationId xmlns:a16="http://schemas.microsoft.com/office/drawing/2014/main" id="{ED60D54B-79AE-4770-8205-A15188FFBF1E}"/>
              </a:ext>
            </a:extLst>
          </p:cNvPr>
          <p:cNvCxnSpPr>
            <a:stCxn id="53" idx="0"/>
          </p:cNvCxnSpPr>
          <p:nvPr/>
        </p:nvCxnSpPr>
        <p:spPr>
          <a:xfrm flipH="1">
            <a:off x="6229589" y="2191565"/>
            <a:ext cx="332281" cy="12795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48BA5BA4-F391-4A0E-82C8-060B6FE4BE30}"/>
              </a:ext>
            </a:extLst>
          </p:cNvPr>
          <p:cNvCxnSpPr/>
          <p:nvPr/>
        </p:nvCxnSpPr>
        <p:spPr>
          <a:xfrm flipH="1" flipV="1">
            <a:off x="6253120" y="3110447"/>
            <a:ext cx="292702" cy="1591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EA535A29-42B0-4351-A6EC-9411E20AAAEC}"/>
              </a:ext>
            </a:extLst>
          </p:cNvPr>
          <p:cNvCxnSpPr>
            <a:stCxn id="57" idx="0"/>
          </p:cNvCxnSpPr>
          <p:nvPr/>
        </p:nvCxnSpPr>
        <p:spPr>
          <a:xfrm flipH="1">
            <a:off x="6319142" y="3253883"/>
            <a:ext cx="242728" cy="3906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12BBB3F8-25F2-4F41-BAB8-9FCD12E52B9A}"/>
              </a:ext>
            </a:extLst>
          </p:cNvPr>
          <p:cNvCxnSpPr>
            <a:stCxn id="57" idx="0"/>
          </p:cNvCxnSpPr>
          <p:nvPr/>
        </p:nvCxnSpPr>
        <p:spPr>
          <a:xfrm flipH="1">
            <a:off x="6253120" y="3253883"/>
            <a:ext cx="308750" cy="25499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B84C2317-78E8-465A-9BE5-2E8CCD6700E3}"/>
              </a:ext>
            </a:extLst>
          </p:cNvPr>
          <p:cNvCxnSpPr>
            <a:stCxn id="77" idx="0"/>
          </p:cNvCxnSpPr>
          <p:nvPr/>
        </p:nvCxnSpPr>
        <p:spPr>
          <a:xfrm flipH="1" flipV="1">
            <a:off x="6440506" y="4863228"/>
            <a:ext cx="242714" cy="3969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3" name="직선 연결선 122">
            <a:extLst>
              <a:ext uri="{FF2B5EF4-FFF2-40B4-BE49-F238E27FC236}">
                <a16:creationId xmlns:a16="http://schemas.microsoft.com/office/drawing/2014/main" id="{C67A342F-498A-43B7-8DF0-011F1C19F4BC}"/>
              </a:ext>
            </a:extLst>
          </p:cNvPr>
          <p:cNvCxnSpPr>
            <a:stCxn id="77" idx="0"/>
          </p:cNvCxnSpPr>
          <p:nvPr/>
        </p:nvCxnSpPr>
        <p:spPr>
          <a:xfrm flipH="1">
            <a:off x="6451860" y="4902920"/>
            <a:ext cx="231360" cy="32799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5" name="직선 연결선 124">
            <a:extLst>
              <a:ext uri="{FF2B5EF4-FFF2-40B4-BE49-F238E27FC236}">
                <a16:creationId xmlns:a16="http://schemas.microsoft.com/office/drawing/2014/main" id="{068BD087-9E77-4231-846C-1BBB8AA65243}"/>
              </a:ext>
            </a:extLst>
          </p:cNvPr>
          <p:cNvCxnSpPr/>
          <p:nvPr/>
        </p:nvCxnSpPr>
        <p:spPr>
          <a:xfrm>
            <a:off x="3417541" y="874780"/>
            <a:ext cx="0" cy="38241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045184DF-EECB-43E7-95F5-44D3E58C84A8}"/>
              </a:ext>
            </a:extLst>
          </p:cNvPr>
          <p:cNvCxnSpPr/>
          <p:nvPr/>
        </p:nvCxnSpPr>
        <p:spPr>
          <a:xfrm>
            <a:off x="3415553" y="1860175"/>
            <a:ext cx="0" cy="3313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9" name="직선 연결선 128">
            <a:extLst>
              <a:ext uri="{FF2B5EF4-FFF2-40B4-BE49-F238E27FC236}">
                <a16:creationId xmlns:a16="http://schemas.microsoft.com/office/drawing/2014/main" id="{8C4A1336-AF23-4BB0-8526-005D1AD4B317}"/>
              </a:ext>
            </a:extLst>
          </p:cNvPr>
          <p:cNvCxnSpPr/>
          <p:nvPr/>
        </p:nvCxnSpPr>
        <p:spPr>
          <a:xfrm>
            <a:off x="3417541" y="2921852"/>
            <a:ext cx="0" cy="45952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1" name="직선 연결선 130">
            <a:extLst>
              <a:ext uri="{FF2B5EF4-FFF2-40B4-BE49-F238E27FC236}">
                <a16:creationId xmlns:a16="http://schemas.microsoft.com/office/drawing/2014/main" id="{4F4AE9B2-988D-495B-B1B5-9EA698874550}"/>
              </a:ext>
            </a:extLst>
          </p:cNvPr>
          <p:cNvCxnSpPr/>
          <p:nvPr/>
        </p:nvCxnSpPr>
        <p:spPr>
          <a:xfrm flipH="1">
            <a:off x="9063318" y="1998516"/>
            <a:ext cx="161364" cy="2570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3" name="직선 연결선 132">
            <a:extLst>
              <a:ext uri="{FF2B5EF4-FFF2-40B4-BE49-F238E27FC236}">
                <a16:creationId xmlns:a16="http://schemas.microsoft.com/office/drawing/2014/main" id="{BABF0F8D-AFF5-46F5-8BE7-DFC41BC5028E}"/>
              </a:ext>
            </a:extLst>
          </p:cNvPr>
          <p:cNvCxnSpPr/>
          <p:nvPr/>
        </p:nvCxnSpPr>
        <p:spPr>
          <a:xfrm>
            <a:off x="9293998" y="2319517"/>
            <a:ext cx="0" cy="2232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5" name="직선 연결선 134">
            <a:extLst>
              <a:ext uri="{FF2B5EF4-FFF2-40B4-BE49-F238E27FC236}">
                <a16:creationId xmlns:a16="http://schemas.microsoft.com/office/drawing/2014/main" id="{15652DE2-01C7-4E8F-9E77-F066313D525B}"/>
              </a:ext>
            </a:extLst>
          </p:cNvPr>
          <p:cNvCxnSpPr/>
          <p:nvPr/>
        </p:nvCxnSpPr>
        <p:spPr>
          <a:xfrm>
            <a:off x="9224682" y="3110447"/>
            <a:ext cx="0" cy="36786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7" name="직선 연결선 136">
            <a:extLst>
              <a:ext uri="{FF2B5EF4-FFF2-40B4-BE49-F238E27FC236}">
                <a16:creationId xmlns:a16="http://schemas.microsoft.com/office/drawing/2014/main" id="{694A458B-44D8-40D7-9EEF-42540A498228}"/>
              </a:ext>
            </a:extLst>
          </p:cNvPr>
          <p:cNvCxnSpPr/>
          <p:nvPr/>
        </p:nvCxnSpPr>
        <p:spPr>
          <a:xfrm>
            <a:off x="9224682" y="3953432"/>
            <a:ext cx="69316" cy="19946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9" name="직선 연결선 138">
            <a:extLst>
              <a:ext uri="{FF2B5EF4-FFF2-40B4-BE49-F238E27FC236}">
                <a16:creationId xmlns:a16="http://schemas.microsoft.com/office/drawing/2014/main" id="{C3949AAD-4D95-4605-B2EF-F16F0CD9164B}"/>
              </a:ext>
            </a:extLst>
          </p:cNvPr>
          <p:cNvCxnSpPr/>
          <p:nvPr/>
        </p:nvCxnSpPr>
        <p:spPr>
          <a:xfrm flipH="1">
            <a:off x="3402092" y="3550020"/>
            <a:ext cx="203029" cy="20170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38747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22BDC89-F15F-421F-983A-FDE9E304EA25}"/>
              </a:ext>
            </a:extLst>
          </p:cNvPr>
          <p:cNvSpPr txBox="1"/>
          <p:nvPr/>
        </p:nvSpPr>
        <p:spPr>
          <a:xfrm>
            <a:off x="484094" y="564776"/>
            <a:ext cx="1117898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첫번째 </a:t>
            </a:r>
            <a:r>
              <a:rPr lang="en-US" altLang="ko-KR" dirty="0"/>
              <a:t>e-r </a:t>
            </a:r>
            <a:r>
              <a:rPr lang="ko-KR" altLang="en-US" dirty="0"/>
              <a:t>모델링 그림에서 확장하여 관계형 데이터베이스로 표현한 것이 밑에 있는 테이블들 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인덱스 설계는</a:t>
            </a:r>
            <a:r>
              <a:rPr lang="en-US" altLang="ko-KR" dirty="0"/>
              <a:t> </a:t>
            </a:r>
            <a:r>
              <a:rPr lang="ko-KR" altLang="en-US" dirty="0"/>
              <a:t>주어진 </a:t>
            </a:r>
            <a:r>
              <a:rPr lang="ko-KR" altLang="en-US" dirty="0" err="1"/>
              <a:t>질의문</a:t>
            </a:r>
            <a:r>
              <a:rPr lang="ko-KR" altLang="en-US" dirty="0"/>
              <a:t> 중심으로 하려했지만 </a:t>
            </a:r>
            <a:r>
              <a:rPr lang="en-US" altLang="ko-KR" dirty="0"/>
              <a:t>‘Drama’ </a:t>
            </a:r>
            <a:r>
              <a:rPr lang="ko-KR" altLang="en-US" dirty="0"/>
              <a:t>장르의 검색에서 데이터의 개수가 너무 많아 </a:t>
            </a:r>
            <a:endParaRPr lang="en-US" altLang="ko-KR" dirty="0"/>
          </a:p>
          <a:p>
            <a:r>
              <a:rPr lang="ko-KR" altLang="en-US" dirty="0"/>
              <a:t>인덱스를 부여하는 과정에서 쿼리 실행시간을 초과하는 일이 발생했습니다</a:t>
            </a:r>
            <a:r>
              <a:rPr lang="en-US" altLang="ko-KR" dirty="0"/>
              <a:t>. (</a:t>
            </a:r>
            <a:r>
              <a:rPr lang="ko-KR" altLang="en-US" dirty="0"/>
              <a:t>디폴트 </a:t>
            </a:r>
            <a:r>
              <a:rPr lang="en-US" altLang="ko-KR" dirty="0"/>
              <a:t>30</a:t>
            </a:r>
            <a:r>
              <a:rPr lang="ko-KR" altLang="en-US" dirty="0"/>
              <a:t>초</a:t>
            </a:r>
            <a:r>
              <a:rPr lang="en-US" altLang="ko-KR" dirty="0"/>
              <a:t>) </a:t>
            </a:r>
          </a:p>
          <a:p>
            <a:endParaRPr lang="en-US" altLang="ko-KR" dirty="0"/>
          </a:p>
          <a:p>
            <a:r>
              <a:rPr lang="ko-KR" altLang="en-US" dirty="0"/>
              <a:t>이것을 </a:t>
            </a:r>
            <a:r>
              <a:rPr lang="en-US" altLang="ko-KR" dirty="0"/>
              <a:t>10</a:t>
            </a:r>
            <a:r>
              <a:rPr lang="ko-KR" altLang="en-US" dirty="0"/>
              <a:t>시간</a:t>
            </a:r>
            <a:r>
              <a:rPr lang="en-US" altLang="ko-KR" dirty="0"/>
              <a:t>(36000</a:t>
            </a:r>
            <a:r>
              <a:rPr lang="ko-KR" altLang="en-US" dirty="0"/>
              <a:t>초</a:t>
            </a:r>
            <a:r>
              <a:rPr lang="en-US" altLang="ko-KR" dirty="0"/>
              <a:t>)</a:t>
            </a:r>
            <a:r>
              <a:rPr lang="ko-KR" altLang="en-US" dirty="0"/>
              <a:t>으로 </a:t>
            </a:r>
            <a:r>
              <a:rPr lang="ko-KR" altLang="en-US" dirty="0" err="1"/>
              <a:t>늘려놓고</a:t>
            </a:r>
            <a:r>
              <a:rPr lang="ko-KR" altLang="en-US" dirty="0"/>
              <a:t> 다음날 확인해보니 </a:t>
            </a:r>
            <a:r>
              <a:rPr lang="en-US" altLang="ko-KR" dirty="0" err="1"/>
              <a:t>LostConnection</a:t>
            </a:r>
            <a:r>
              <a:rPr lang="ko-KR" altLang="en-US" dirty="0"/>
              <a:t>이 에러로 잡혀서 </a:t>
            </a:r>
            <a:endParaRPr lang="en-US" altLang="ko-KR" dirty="0"/>
          </a:p>
          <a:p>
            <a:r>
              <a:rPr lang="ko-KR" altLang="en-US" dirty="0"/>
              <a:t>인덱스 부여가 가능한 다른 </a:t>
            </a:r>
            <a:r>
              <a:rPr lang="ko-KR" altLang="en-US" dirty="0" err="1"/>
              <a:t>애트리뷰트를</a:t>
            </a:r>
            <a:r>
              <a:rPr lang="ko-KR" altLang="en-US" dirty="0"/>
              <a:t> 통해서 인덱스의 성능을 실험해 보았습니다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458008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9FA2C14-4B8D-4584-A80E-C7BF728EC6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2974394"/>
            <a:ext cx="11389659" cy="88382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D726172-D092-4D05-9920-9DDE4B4D95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270" y="1700205"/>
            <a:ext cx="8640381" cy="84784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F357E32-8C58-42C3-B223-A501F80DC9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1433" y="4162529"/>
            <a:ext cx="2896004" cy="246731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21CC041-A36E-47BC-848A-0DC783133815}"/>
              </a:ext>
            </a:extLst>
          </p:cNvPr>
          <p:cNvSpPr txBox="1"/>
          <p:nvPr/>
        </p:nvSpPr>
        <p:spPr>
          <a:xfrm>
            <a:off x="1376083" y="749560"/>
            <a:ext cx="79337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KR </a:t>
            </a:r>
            <a:r>
              <a:rPr lang="ko-KR" altLang="en-US" dirty="0"/>
              <a:t>지역에서 알려진 영화에 주로 참여한 인원중 </a:t>
            </a:r>
            <a:r>
              <a:rPr lang="en-US" altLang="ko-KR" dirty="0"/>
              <a:t>“Lee”</a:t>
            </a:r>
            <a:r>
              <a:rPr lang="ko-KR" altLang="en-US" dirty="0"/>
              <a:t>로 시작하는 사람의 </a:t>
            </a:r>
            <a:r>
              <a:rPr lang="en-US" altLang="ko-KR" dirty="0" err="1"/>
              <a:t>PrimaryName</a:t>
            </a:r>
            <a:r>
              <a:rPr lang="en-US" altLang="ko-KR" dirty="0"/>
              <a:t> </a:t>
            </a:r>
            <a:r>
              <a:rPr lang="ko-KR" altLang="en-US" dirty="0"/>
              <a:t>검색하기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EADAEB-47BB-4941-ABAD-BFEB37AF7346}"/>
              </a:ext>
            </a:extLst>
          </p:cNvPr>
          <p:cNvSpPr txBox="1"/>
          <p:nvPr/>
        </p:nvSpPr>
        <p:spPr>
          <a:xfrm>
            <a:off x="381000" y="228152"/>
            <a:ext cx="1358153" cy="3724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기타 쿼리</a:t>
            </a:r>
          </a:p>
        </p:txBody>
      </p:sp>
    </p:spTree>
    <p:extLst>
      <p:ext uri="{BB962C8B-B14F-4D97-AF65-F5344CB8AC3E}">
        <p14:creationId xmlns:p14="http://schemas.microsoft.com/office/powerpoint/2010/main" val="1415985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1CAC561-2E04-407A-9805-8A66E42A10DA}"/>
              </a:ext>
            </a:extLst>
          </p:cNvPr>
          <p:cNvSpPr txBox="1"/>
          <p:nvPr/>
        </p:nvSpPr>
        <p:spPr>
          <a:xfrm>
            <a:off x="600635" y="735106"/>
            <a:ext cx="1073971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추가 내용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힌트 영상을 </a:t>
            </a:r>
            <a:r>
              <a:rPr lang="ko-KR" altLang="en-US" dirty="0" err="1"/>
              <a:t>올려주시기</a:t>
            </a:r>
            <a:r>
              <a:rPr lang="ko-KR" altLang="en-US" dirty="0"/>
              <a:t> 전부터 데이터를 </a:t>
            </a:r>
            <a:r>
              <a:rPr lang="en-US" altLang="ko-KR" dirty="0"/>
              <a:t>insert</a:t>
            </a:r>
            <a:r>
              <a:rPr lang="ko-KR" altLang="en-US" dirty="0"/>
              <a:t>하고 있었습니다</a:t>
            </a:r>
            <a:r>
              <a:rPr lang="en-US" altLang="ko-KR" dirty="0"/>
              <a:t>..</a:t>
            </a:r>
          </a:p>
          <a:p>
            <a:endParaRPr lang="en-US" altLang="ko-KR" dirty="0"/>
          </a:p>
          <a:p>
            <a:r>
              <a:rPr lang="ko-KR" altLang="en-US" dirty="0"/>
              <a:t>데이터 파일에서 </a:t>
            </a:r>
            <a:r>
              <a:rPr lang="en-US" altLang="ko-KR" dirty="0"/>
              <a:t>load</a:t>
            </a:r>
            <a:r>
              <a:rPr lang="ko-KR" altLang="en-US" dirty="0"/>
              <a:t> 할 때 </a:t>
            </a:r>
            <a:r>
              <a:rPr lang="en-US" altLang="ko-KR" dirty="0"/>
              <a:t>row</a:t>
            </a:r>
            <a:r>
              <a:rPr lang="ko-KR" altLang="en-US" dirty="0"/>
              <a:t>하나씩 </a:t>
            </a:r>
            <a:r>
              <a:rPr lang="en-US" altLang="ko-KR" dirty="0"/>
              <a:t>insert</a:t>
            </a:r>
            <a:r>
              <a:rPr lang="ko-KR" altLang="en-US" dirty="0"/>
              <a:t>하는 방법을 선택했고 </a:t>
            </a:r>
            <a:endParaRPr lang="en-US" altLang="ko-KR" dirty="0"/>
          </a:p>
          <a:p>
            <a:r>
              <a:rPr lang="ko-KR" altLang="en-US" dirty="0"/>
              <a:t>멀티 </a:t>
            </a:r>
            <a:r>
              <a:rPr lang="ko-KR" altLang="en-US" dirty="0" err="1"/>
              <a:t>애트리뷰트에</a:t>
            </a:r>
            <a:r>
              <a:rPr lang="ko-KR" altLang="en-US" dirty="0"/>
              <a:t> 대해서 바로 해당 테이블에 </a:t>
            </a:r>
            <a:r>
              <a:rPr lang="en-US" altLang="ko-KR" dirty="0"/>
              <a:t>insert</a:t>
            </a:r>
            <a:r>
              <a:rPr lang="ko-KR" altLang="en-US" dirty="0"/>
              <a:t>하는 방식으로 설계를 해서 </a:t>
            </a:r>
            <a:endParaRPr lang="en-US" altLang="ko-KR" dirty="0"/>
          </a:p>
          <a:p>
            <a:r>
              <a:rPr lang="ko-KR" altLang="en-US" dirty="0"/>
              <a:t>시간이 엄청 걸렸습니다</a:t>
            </a:r>
            <a:r>
              <a:rPr lang="en-US" altLang="ko-KR" dirty="0"/>
              <a:t>..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유튜브 링크 </a:t>
            </a:r>
            <a:r>
              <a:rPr lang="en-US" altLang="ko-KR"/>
              <a:t>: https://youtu.be/m9-g8NRq42k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1555068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682523F-0797-438D-B46E-D5AC345CA59A}"/>
              </a:ext>
            </a:extLst>
          </p:cNvPr>
          <p:cNvSpPr txBox="1"/>
          <p:nvPr/>
        </p:nvSpPr>
        <p:spPr>
          <a:xfrm>
            <a:off x="1255058" y="2922494"/>
            <a:ext cx="67235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/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8760018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6BFD9ED-CA29-45C9-8E7B-8E06A24977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139" y="179294"/>
            <a:ext cx="5105851" cy="667870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D189E90-8526-433E-B825-2580BE94477F}"/>
              </a:ext>
            </a:extLst>
          </p:cNvPr>
          <p:cNvSpPr txBox="1"/>
          <p:nvPr/>
        </p:nvSpPr>
        <p:spPr>
          <a:xfrm>
            <a:off x="5791200" y="537882"/>
            <a:ext cx="58001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Ratings</a:t>
            </a:r>
            <a:r>
              <a:rPr lang="ko-KR" altLang="en-US" dirty="0"/>
              <a:t>와 </a:t>
            </a:r>
            <a:r>
              <a:rPr lang="en-US" altLang="ko-KR" dirty="0"/>
              <a:t>episodes </a:t>
            </a:r>
            <a:r>
              <a:rPr lang="ko-KR" altLang="en-US" dirty="0"/>
              <a:t>의 </a:t>
            </a:r>
            <a:r>
              <a:rPr lang="en-US" altLang="ko-KR" dirty="0"/>
              <a:t>titles</a:t>
            </a:r>
            <a:r>
              <a:rPr lang="ko-KR" altLang="en-US" dirty="0"/>
              <a:t>과의 </a:t>
            </a:r>
            <a:r>
              <a:rPr lang="en-US" altLang="ko-KR" dirty="0"/>
              <a:t>crow’s foot notation</a:t>
            </a:r>
            <a:r>
              <a:rPr lang="ko-KR" altLang="en-US" dirty="0"/>
              <a:t>이 수정했습니다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발표 영상 원본 </a:t>
            </a:r>
            <a:r>
              <a:rPr lang="en-US" altLang="ko-KR" dirty="0"/>
              <a:t>ppt</a:t>
            </a:r>
            <a:r>
              <a:rPr lang="ko-KR" altLang="en-US" dirty="0"/>
              <a:t>의 가장 마지막 슬라이드로 </a:t>
            </a:r>
            <a:endParaRPr lang="en-US" altLang="ko-KR" dirty="0"/>
          </a:p>
          <a:p>
            <a:r>
              <a:rPr lang="ko-KR" altLang="en-US" dirty="0"/>
              <a:t>해당 그림과 녹화 추가하겠습니다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5" name="오디오 4">
            <a:hlinkClick r:id="" action="ppaction://media"/>
            <a:extLst>
              <a:ext uri="{FF2B5EF4-FFF2-40B4-BE49-F238E27FC236}">
                <a16:creationId xmlns:a16="http://schemas.microsoft.com/office/drawing/2014/main" id="{1E382E8A-17A2-4D17-ADD3-8986F32E477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488738" y="6154738"/>
            <a:ext cx="487362" cy="487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4691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3399"/>
    </mc:Choice>
    <mc:Fallback>
      <p:transition spd="slow" advTm="4339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2231</TotalTime>
  <Words>338</Words>
  <Application>Microsoft Office PowerPoint</Application>
  <PresentationFormat>와이드스크린</PresentationFormat>
  <Paragraphs>87</Paragraphs>
  <Slides>12</Slides>
  <Notes>0</Notes>
  <HiddenSlides>0</HiddenSlides>
  <MMClips>1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5" baseType="lpstr">
      <vt:lpstr>맑은 고딕</vt:lpstr>
      <vt:lpstr>Arial</vt:lpstr>
      <vt:lpstr>Office 테마</vt:lpstr>
      <vt:lpstr>데이터베이스 IMDB 구축과제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이호용</dc:creator>
  <cp:lastModifiedBy>이호용</cp:lastModifiedBy>
  <cp:revision>2</cp:revision>
  <dcterms:created xsi:type="dcterms:W3CDTF">2021-06-06T05:00:52Z</dcterms:created>
  <dcterms:modified xsi:type="dcterms:W3CDTF">2021-06-13T00:18:31Z</dcterms:modified>
</cp:coreProperties>
</file>